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21"/>
  </p:notesMasterIdLst>
  <p:sldIdLst>
    <p:sldId id="256" r:id="rId2"/>
    <p:sldId id="264" r:id="rId3"/>
    <p:sldId id="257" r:id="rId4"/>
    <p:sldId id="277" r:id="rId5"/>
    <p:sldId id="258" r:id="rId6"/>
    <p:sldId id="276" r:id="rId7"/>
    <p:sldId id="273" r:id="rId8"/>
    <p:sldId id="259" r:id="rId9"/>
    <p:sldId id="266" r:id="rId10"/>
    <p:sldId id="278" r:id="rId11"/>
    <p:sldId id="271" r:id="rId12"/>
    <p:sldId id="267" r:id="rId13"/>
    <p:sldId id="260" r:id="rId14"/>
    <p:sldId id="272" r:id="rId15"/>
    <p:sldId id="275" r:id="rId16"/>
    <p:sldId id="270" r:id="rId17"/>
    <p:sldId id="261" r:id="rId18"/>
    <p:sldId id="262" r:id="rId19"/>
    <p:sldId id="263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11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0EE717-FAC0-4EBA-910E-E2AABCB5CFF1}" v="4404" dt="2025-09-25T14:17:27.8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 autoAdjust="0"/>
    <p:restoredTop sz="92680" autoAdjust="0"/>
  </p:normalViewPr>
  <p:slideViewPr>
    <p:cSldViewPr snapToGrid="0">
      <p:cViewPr varScale="1">
        <p:scale>
          <a:sx n="76" d="100"/>
          <a:sy n="76" d="100"/>
        </p:scale>
        <p:origin x="9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ΜΑΡΙΑ ΣΠΥΡΙΔΟΥΛΑ ΚΑΡΑΒΙΑ" userId="6f88f6f8-6196-49bd-9df0-a8868bf7e609" providerId="ADAL" clId="{67818F49-1EFF-4EBB-BBDB-8D8F2E3E4EE9}"/>
    <pc:docChg chg="undo redo custSel addSld delSld modSld sldOrd modMainMaster">
      <pc:chgData name="ΜΑΡΙΑ ΣΠΥΡΙΔΟΥΛΑ ΚΑΡΑΒΙΑ" userId="6f88f6f8-6196-49bd-9df0-a8868bf7e609" providerId="ADAL" clId="{67818F49-1EFF-4EBB-BBDB-8D8F2E3E4EE9}" dt="2025-10-03T06:17:59.256" v="5341" actId="14100"/>
      <pc:docMkLst>
        <pc:docMk/>
      </pc:docMkLst>
      <pc:sldChg chg="modSp mod setBg modAnim">
        <pc:chgData name="ΜΑΡΙΑ ΣΠΥΡΙΔΟΥΛΑ ΚΑΡΑΒΙΑ" userId="6f88f6f8-6196-49bd-9df0-a8868bf7e609" providerId="ADAL" clId="{67818F49-1EFF-4EBB-BBDB-8D8F2E3E4EE9}" dt="2025-10-03T06:17:59.256" v="5341" actId="14100"/>
        <pc:sldMkLst>
          <pc:docMk/>
          <pc:sldMk cId="3915459498" sldId="256"/>
        </pc:sldMkLst>
        <pc:spChg chg="mod">
          <ac:chgData name="ΜΑΡΙΑ ΣΠΥΡΙΔΟΥΛΑ ΚΑΡΑΒΙΑ" userId="6f88f6f8-6196-49bd-9df0-a8868bf7e609" providerId="ADAL" clId="{67818F49-1EFF-4EBB-BBDB-8D8F2E3E4EE9}" dt="2025-10-03T06:17:59.256" v="5341" actId="14100"/>
          <ac:spMkLst>
            <pc:docMk/>
            <pc:sldMk cId="3915459498" sldId="256"/>
            <ac:spMk id="2" creationId="{AC353CEC-9A2F-7895-A195-D3872A6A2D3D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7:56:38.579" v="4121" actId="20577"/>
          <ac:spMkLst>
            <pc:docMk/>
            <pc:sldMk cId="3915459498" sldId="256"/>
            <ac:spMk id="3" creationId="{C60B8201-DCDD-B7F4-D4D8-B480BA5BEA0C}"/>
          </ac:spMkLst>
        </pc:spChg>
        <pc:picChg chg="mod">
          <ac:chgData name="ΜΑΡΙΑ ΣΠΥΡΙΔΟΥΛΑ ΚΑΡΑΒΙΑ" userId="6f88f6f8-6196-49bd-9df0-a8868bf7e609" providerId="ADAL" clId="{67818F49-1EFF-4EBB-BBDB-8D8F2E3E4EE9}" dt="2025-09-23T16:52:53.644" v="4103" actId="1076"/>
          <ac:picMkLst>
            <pc:docMk/>
            <pc:sldMk cId="3915459498" sldId="256"/>
            <ac:picMk id="4" creationId="{D1F41B43-8A59-76B9-2030-30B8677D9E15}"/>
          </ac:picMkLst>
        </pc:picChg>
        <pc:picChg chg="mod">
          <ac:chgData name="ΜΑΡΙΑ ΣΠΥΡΙΔΟΥΛΑ ΚΑΡΑΒΙΑ" userId="6f88f6f8-6196-49bd-9df0-a8868bf7e609" providerId="ADAL" clId="{67818F49-1EFF-4EBB-BBDB-8D8F2E3E4EE9}" dt="2025-09-23T16:53:15.946" v="4108" actId="14100"/>
          <ac:picMkLst>
            <pc:docMk/>
            <pc:sldMk cId="3915459498" sldId="256"/>
            <ac:picMk id="8" creationId="{B40B8925-69CA-FD52-0615-8E39C61AC7B4}"/>
          </ac:picMkLst>
        </pc:picChg>
      </pc:sldChg>
      <pc:sldChg chg="addSp delSp modSp mod modTransition modAnim">
        <pc:chgData name="ΜΑΡΙΑ ΣΠΥΡΙΔΟΥΛΑ ΚΑΡΑΒΙΑ" userId="6f88f6f8-6196-49bd-9df0-a8868bf7e609" providerId="ADAL" clId="{67818F49-1EFF-4EBB-BBDB-8D8F2E3E4EE9}" dt="2025-09-23T18:42:56.450" v="5037" actId="403"/>
        <pc:sldMkLst>
          <pc:docMk/>
          <pc:sldMk cId="1265830560" sldId="257"/>
        </pc:sldMkLst>
        <pc:spChg chg="mod">
          <ac:chgData name="ΜΑΡΙΑ ΣΠΥΡΙΔΟΥΛΑ ΚΑΡΑΒΙΑ" userId="6f88f6f8-6196-49bd-9df0-a8868bf7e609" providerId="ADAL" clId="{67818F49-1EFF-4EBB-BBDB-8D8F2E3E4EE9}" dt="2025-09-23T15:29:38.926" v="3836" actId="1076"/>
          <ac:spMkLst>
            <pc:docMk/>
            <pc:sldMk cId="1265830560" sldId="257"/>
            <ac:spMk id="2" creationId="{CDA157C8-5949-AAF6-8EB5-99133E08FF74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5:57:51.803" v="4075" actId="20577"/>
          <ac:spMkLst>
            <pc:docMk/>
            <pc:sldMk cId="1265830560" sldId="257"/>
            <ac:spMk id="3" creationId="{BA8DCBCF-5920-EC4F-C0AF-A05A75C0E60D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8:42:56.450" v="5037" actId="403"/>
          <ac:spMkLst>
            <pc:docMk/>
            <pc:sldMk cId="1265830560" sldId="257"/>
            <ac:spMk id="5" creationId="{0DE698C1-DAF0-67E1-D15A-CA5066F83DA6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5:58:02.737" v="4076" actId="1076"/>
          <ac:spMkLst>
            <pc:docMk/>
            <pc:sldMk cId="1265830560" sldId="257"/>
            <ac:spMk id="6" creationId="{667774B6-AA26-8342-67A9-5B26171ECDC2}"/>
          </ac:spMkLst>
        </pc:spChg>
      </pc:sldChg>
      <pc:sldChg chg="addSp modSp mod modAnim">
        <pc:chgData name="ΜΑΡΙΑ ΣΠΥΡΙΔΟΥΛΑ ΚΑΡΑΒΙΑ" userId="6f88f6f8-6196-49bd-9df0-a8868bf7e609" providerId="ADAL" clId="{67818F49-1EFF-4EBB-BBDB-8D8F2E3E4EE9}" dt="2025-09-23T18:44:17.395" v="5051" actId="255"/>
        <pc:sldMkLst>
          <pc:docMk/>
          <pc:sldMk cId="4157327820" sldId="258"/>
        </pc:sldMkLst>
        <pc:spChg chg="mod">
          <ac:chgData name="ΜΑΡΙΑ ΣΠΥΡΙΔΟΥΛΑ ΚΑΡΑΒΙΑ" userId="6f88f6f8-6196-49bd-9df0-a8868bf7e609" providerId="ADAL" clId="{67818F49-1EFF-4EBB-BBDB-8D8F2E3E4EE9}" dt="2025-09-23T14:35:17.731" v="3013" actId="1076"/>
          <ac:spMkLst>
            <pc:docMk/>
            <pc:sldMk cId="4157327820" sldId="258"/>
            <ac:spMk id="2" creationId="{7C04E229-2E31-38FF-CDCD-F3CE01BAF73B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8:43:43.406" v="5045" actId="403"/>
          <ac:spMkLst>
            <pc:docMk/>
            <pc:sldMk cId="4157327820" sldId="258"/>
            <ac:spMk id="3" creationId="{2155F3F5-2700-D3E6-262D-67A53CD570CE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4:37:44.019" v="3041" actId="1076"/>
          <ac:spMkLst>
            <pc:docMk/>
            <pc:sldMk cId="4157327820" sldId="258"/>
            <ac:spMk id="4" creationId="{93083A5E-A212-52AA-C032-09D7466EF98A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4:37:48.343" v="3042" actId="1076"/>
          <ac:spMkLst>
            <pc:docMk/>
            <pc:sldMk cId="4157327820" sldId="258"/>
            <ac:spMk id="5" creationId="{CE3F7D7A-395F-880F-105A-853439349453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5:50:04.003" v="3958" actId="1076"/>
          <ac:spMkLst>
            <pc:docMk/>
            <pc:sldMk cId="4157327820" sldId="258"/>
            <ac:spMk id="6" creationId="{990C578B-9398-1744-A64D-EFAC997B0605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8:44:17.395" v="5051" actId="255"/>
          <ac:spMkLst>
            <pc:docMk/>
            <pc:sldMk cId="4157327820" sldId="258"/>
            <ac:spMk id="7" creationId="{1B64B9EA-C67B-C607-1ADE-5AB826FEDF17}"/>
          </ac:spMkLst>
        </pc:spChg>
        <pc:spChg chg="add mod">
          <ac:chgData name="ΜΑΡΙΑ ΣΠΥΡΙΔΟΥΛΑ ΚΑΡΑΒΙΑ" userId="6f88f6f8-6196-49bd-9df0-a8868bf7e609" providerId="ADAL" clId="{67818F49-1EFF-4EBB-BBDB-8D8F2E3E4EE9}" dt="2025-09-23T18:43:53.803" v="5047" actId="255"/>
          <ac:spMkLst>
            <pc:docMk/>
            <pc:sldMk cId="4157327820" sldId="258"/>
            <ac:spMk id="8" creationId="{FC502AC3-7243-1A8A-25C1-AFC20725E3B2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4:37:21.047" v="3038" actId="1076"/>
          <ac:spMkLst>
            <pc:docMk/>
            <pc:sldMk cId="4157327820" sldId="258"/>
            <ac:spMk id="9" creationId="{96775F8E-C73B-8393-CDC2-203A8C2B59D1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4:36:56.992" v="3034" actId="1076"/>
          <ac:spMkLst>
            <pc:docMk/>
            <pc:sldMk cId="4157327820" sldId="258"/>
            <ac:spMk id="10" creationId="{BBF24690-2E86-B9DD-21AD-3FB26544C09C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8:43:47.385" v="5046" actId="403"/>
          <ac:spMkLst>
            <pc:docMk/>
            <pc:sldMk cId="4157327820" sldId="258"/>
            <ac:spMk id="11" creationId="{CF68C8D2-005F-E2A8-A6D9-A24C7BAFBEB6}"/>
          </ac:spMkLst>
        </pc:spChg>
      </pc:sldChg>
      <pc:sldChg chg="modSp mod modAnim">
        <pc:chgData name="ΜΑΡΙΑ ΣΠΥΡΙΔΟΥΛΑ ΚΑΡΑΒΙΑ" userId="6f88f6f8-6196-49bd-9df0-a8868bf7e609" providerId="ADAL" clId="{67818F49-1EFF-4EBB-BBDB-8D8F2E3E4EE9}" dt="2025-09-25T14:17:27.881" v="5340" actId="113"/>
        <pc:sldMkLst>
          <pc:docMk/>
          <pc:sldMk cId="11296935" sldId="259"/>
        </pc:sldMkLst>
        <pc:spChg chg="mod">
          <ac:chgData name="ΜΑΡΙΑ ΣΠΥΡΙΔΟΥΛΑ ΚΑΡΑΒΙΑ" userId="6f88f6f8-6196-49bd-9df0-a8868bf7e609" providerId="ADAL" clId="{67818F49-1EFF-4EBB-BBDB-8D8F2E3E4EE9}" dt="2025-09-25T14:17:27.881" v="5340" actId="113"/>
          <ac:spMkLst>
            <pc:docMk/>
            <pc:sldMk cId="11296935" sldId="259"/>
            <ac:spMk id="2" creationId="{529BDD70-E256-6F70-BFF4-0111BAA85DAE}"/>
          </ac:spMkLst>
        </pc:spChg>
        <pc:spChg chg="mod">
          <ac:chgData name="ΜΑΡΙΑ ΣΠΥΡΙΔΟΥΛΑ ΚΑΡΑΒΙΑ" userId="6f88f6f8-6196-49bd-9df0-a8868bf7e609" providerId="ADAL" clId="{67818F49-1EFF-4EBB-BBDB-8D8F2E3E4EE9}" dt="2025-09-25T14:17:14.142" v="5338" actId="14100"/>
          <ac:spMkLst>
            <pc:docMk/>
            <pc:sldMk cId="11296935" sldId="259"/>
            <ac:spMk id="3" creationId="{FD384930-AF8A-8DFF-625C-023A902138BC}"/>
          </ac:spMkLst>
        </pc:spChg>
        <pc:spChg chg="mod">
          <ac:chgData name="ΜΑΡΙΑ ΣΠΥΡΙΔΟΥΛΑ ΚΑΡΑΒΙΑ" userId="6f88f6f8-6196-49bd-9df0-a8868bf7e609" providerId="ADAL" clId="{67818F49-1EFF-4EBB-BBDB-8D8F2E3E4EE9}" dt="2025-09-25T14:14:40.101" v="5330" actId="13926"/>
          <ac:spMkLst>
            <pc:docMk/>
            <pc:sldMk cId="11296935" sldId="259"/>
            <ac:spMk id="5" creationId="{6B8F2627-0985-95E2-5769-1D5E034E8A2A}"/>
          </ac:spMkLst>
        </pc:spChg>
        <pc:graphicFrameChg chg="mod modGraphic">
          <ac:chgData name="ΜΑΡΙΑ ΣΠΥΡΙΔΟΥΛΑ ΚΑΡΑΒΙΑ" userId="6f88f6f8-6196-49bd-9df0-a8868bf7e609" providerId="ADAL" clId="{67818F49-1EFF-4EBB-BBDB-8D8F2E3E4EE9}" dt="2025-09-23T14:45:00.745" v="3115" actId="14100"/>
          <ac:graphicFrameMkLst>
            <pc:docMk/>
            <pc:sldMk cId="11296935" sldId="259"/>
            <ac:graphicFrameMk id="6" creationId="{FF61D1FA-E956-279A-E876-B7FEFADE5EA7}"/>
          </ac:graphicFrameMkLst>
        </pc:graphicFrameChg>
      </pc:sldChg>
      <pc:sldChg chg="addSp delSp modSp mod setBg modAnim">
        <pc:chgData name="ΜΑΡΙΑ ΣΠΥΡΙΔΟΥΛΑ ΚΑΡΑΒΙΑ" userId="6f88f6f8-6196-49bd-9df0-a8868bf7e609" providerId="ADAL" clId="{67818F49-1EFF-4EBB-BBDB-8D8F2E3E4EE9}" dt="2025-09-25T14:15:58.227" v="5333" actId="13926"/>
        <pc:sldMkLst>
          <pc:docMk/>
          <pc:sldMk cId="2333648772" sldId="260"/>
        </pc:sldMkLst>
        <pc:spChg chg="mod">
          <ac:chgData name="ΜΑΡΙΑ ΣΠΥΡΙΔΟΥΛΑ ΚΑΡΑΒΙΑ" userId="6f88f6f8-6196-49bd-9df0-a8868bf7e609" providerId="ADAL" clId="{67818F49-1EFF-4EBB-BBDB-8D8F2E3E4EE9}" dt="2025-09-25T14:15:58.227" v="5333" actId="13926"/>
          <ac:spMkLst>
            <pc:docMk/>
            <pc:sldMk cId="2333648772" sldId="260"/>
            <ac:spMk id="2" creationId="{5BBC2E78-B2AE-62B0-507F-49FFF28E78B2}"/>
          </ac:spMkLst>
        </pc:spChg>
        <pc:spChg chg="mod">
          <ac:chgData name="ΜΑΡΙΑ ΣΠΥΡΙΔΟΥΛΑ ΚΑΡΑΒΙΑ" userId="6f88f6f8-6196-49bd-9df0-a8868bf7e609" providerId="ADAL" clId="{67818F49-1EFF-4EBB-BBDB-8D8F2E3E4EE9}" dt="2025-09-25T13:55:05.605" v="5256" actId="20577"/>
          <ac:spMkLst>
            <pc:docMk/>
            <pc:sldMk cId="2333648772" sldId="260"/>
            <ac:spMk id="3" creationId="{2ECBA8DF-F51A-8B69-A0B2-204113BA9857}"/>
          </ac:spMkLst>
        </pc:spChg>
        <pc:spChg chg="add">
          <ac:chgData name="ΜΑΡΙΑ ΣΠΥΡΙΔΟΥΛΑ ΚΑΡΑΒΙΑ" userId="6f88f6f8-6196-49bd-9df0-a8868bf7e609" providerId="ADAL" clId="{67818F49-1EFF-4EBB-BBDB-8D8F2E3E4EE9}" dt="2025-09-16T12:33:21.768" v="1707" actId="26606"/>
          <ac:spMkLst>
            <pc:docMk/>
            <pc:sldMk cId="2333648772" sldId="260"/>
            <ac:spMk id="8" creationId="{100EDD19-6802-4EC3-95CE-CFFAB042CFD6}"/>
          </ac:spMkLst>
        </pc:spChg>
        <pc:spChg chg="add">
          <ac:chgData name="ΜΑΡΙΑ ΣΠΥΡΙΔΟΥΛΑ ΚΑΡΑΒΙΑ" userId="6f88f6f8-6196-49bd-9df0-a8868bf7e609" providerId="ADAL" clId="{67818F49-1EFF-4EBB-BBDB-8D8F2E3E4EE9}" dt="2025-09-16T12:33:21.768" v="1707" actId="26606"/>
          <ac:spMkLst>
            <pc:docMk/>
            <pc:sldMk cId="2333648772" sldId="260"/>
            <ac:spMk id="10" creationId="{DB17E863-922E-4C26-BD64-E8FD41D28661}"/>
          </ac:spMkLst>
        </pc:spChg>
      </pc:sldChg>
      <pc:sldChg chg="modSp mod">
        <pc:chgData name="ΜΑΡΙΑ ΣΠΥΡΙΔΟΥΛΑ ΚΑΡΑΒΙΑ" userId="6f88f6f8-6196-49bd-9df0-a8868bf7e609" providerId="ADAL" clId="{67818F49-1EFF-4EBB-BBDB-8D8F2E3E4EE9}" dt="2025-09-23T15:03:42.496" v="3497" actId="1076"/>
        <pc:sldMkLst>
          <pc:docMk/>
          <pc:sldMk cId="400186018" sldId="261"/>
        </pc:sldMkLst>
        <pc:spChg chg="mod">
          <ac:chgData name="ΜΑΡΙΑ ΣΠΥΡΙΔΟΥΛΑ ΚΑΡΑΒΙΑ" userId="6f88f6f8-6196-49bd-9df0-a8868bf7e609" providerId="ADAL" clId="{67818F49-1EFF-4EBB-BBDB-8D8F2E3E4EE9}" dt="2025-09-23T14:58:59.838" v="3381" actId="1076"/>
          <ac:spMkLst>
            <pc:docMk/>
            <pc:sldMk cId="400186018" sldId="261"/>
            <ac:spMk id="2" creationId="{CDFD3F69-4F58-AE92-6403-DB58DD72686C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5:03:37.429" v="3496" actId="1076"/>
          <ac:spMkLst>
            <pc:docMk/>
            <pc:sldMk cId="400186018" sldId="261"/>
            <ac:spMk id="3" creationId="{CF35AC4F-9091-9A06-611A-C5779B72467E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5:03:42.496" v="3497" actId="1076"/>
          <ac:spMkLst>
            <pc:docMk/>
            <pc:sldMk cId="400186018" sldId="261"/>
            <ac:spMk id="6" creationId="{01B14ED3-FBE9-E63A-8DA1-1F48B5803643}"/>
          </ac:spMkLst>
        </pc:spChg>
        <pc:graphicFrameChg chg="mod modGraphic">
          <ac:chgData name="ΜΑΡΙΑ ΣΠΥΡΙΔΟΥΛΑ ΚΑΡΑΒΙΑ" userId="6f88f6f8-6196-49bd-9df0-a8868bf7e609" providerId="ADAL" clId="{67818F49-1EFF-4EBB-BBDB-8D8F2E3E4EE9}" dt="2025-09-23T15:02:28.029" v="3456" actId="1076"/>
          <ac:graphicFrameMkLst>
            <pc:docMk/>
            <pc:sldMk cId="400186018" sldId="261"/>
            <ac:graphicFrameMk id="4" creationId="{71068219-E829-08E1-1FF0-3BA2A27FC373}"/>
          </ac:graphicFrameMkLst>
        </pc:graphicFrameChg>
      </pc:sldChg>
      <pc:sldChg chg="addSp delSp modSp mod setBg modAnim">
        <pc:chgData name="ΜΑΡΙΑ ΣΠΥΡΙΔΟΥΛΑ ΚΑΡΑΒΙΑ" userId="6f88f6f8-6196-49bd-9df0-a8868bf7e609" providerId="ADAL" clId="{67818F49-1EFF-4EBB-BBDB-8D8F2E3E4EE9}" dt="2025-09-25T14:05:52.378" v="5298" actId="1076"/>
        <pc:sldMkLst>
          <pc:docMk/>
          <pc:sldMk cId="2047597450" sldId="262"/>
        </pc:sldMkLst>
        <pc:spChg chg="mod">
          <ac:chgData name="ΜΑΡΙΑ ΣΠΥΡΙΔΟΥΛΑ ΚΑΡΑΒΙΑ" userId="6f88f6f8-6196-49bd-9df0-a8868bf7e609" providerId="ADAL" clId="{67818F49-1EFF-4EBB-BBDB-8D8F2E3E4EE9}" dt="2025-09-23T15:04:43.487" v="3528" actId="1076"/>
          <ac:spMkLst>
            <pc:docMk/>
            <pc:sldMk cId="2047597450" sldId="262"/>
            <ac:spMk id="2" creationId="{D7299208-B4BD-CD85-AF87-66A7CFD035AA}"/>
          </ac:spMkLst>
        </pc:spChg>
        <pc:spChg chg="mod">
          <ac:chgData name="ΜΑΡΙΑ ΣΠΥΡΙΔΟΥΛΑ ΚΑΡΑΒΙΑ" userId="6f88f6f8-6196-49bd-9df0-a8868bf7e609" providerId="ADAL" clId="{67818F49-1EFF-4EBB-BBDB-8D8F2E3E4EE9}" dt="2025-09-25T14:05:52.378" v="5298" actId="1076"/>
          <ac:spMkLst>
            <pc:docMk/>
            <pc:sldMk cId="2047597450" sldId="262"/>
            <ac:spMk id="3" creationId="{37D4F9BC-4E25-B2CD-5227-3AAFA7B8121B}"/>
          </ac:spMkLst>
        </pc:spChg>
        <pc:spChg chg="add">
          <ac:chgData name="ΜΑΡΙΑ ΣΠΥΡΙΔΟΥΛΑ ΚΑΡΑΒΙΑ" userId="6f88f6f8-6196-49bd-9df0-a8868bf7e609" providerId="ADAL" clId="{67818F49-1EFF-4EBB-BBDB-8D8F2E3E4EE9}" dt="2025-09-16T12:57:42.899" v="1770" actId="26606"/>
          <ac:spMkLst>
            <pc:docMk/>
            <pc:sldMk cId="2047597450" sldId="262"/>
            <ac:spMk id="104" creationId="{DBF61EA3-B236-439E-9C0B-340980D56BEE}"/>
          </ac:spMkLst>
        </pc:spChg>
        <pc:spChg chg="add">
          <ac:chgData name="ΜΑΡΙΑ ΣΠΥΡΙΔΟΥΛΑ ΚΑΡΑΒΙΑ" userId="6f88f6f8-6196-49bd-9df0-a8868bf7e609" providerId="ADAL" clId="{67818F49-1EFF-4EBB-BBDB-8D8F2E3E4EE9}" dt="2025-09-16T12:57:42.899" v="1770" actId="26606"/>
          <ac:spMkLst>
            <pc:docMk/>
            <pc:sldMk cId="2047597450" sldId="262"/>
            <ac:spMk id="107" creationId="{E659831F-0D9A-4C63-9EBB-8435B85A440F}"/>
          </ac:spMkLst>
        </pc:spChg>
        <pc:grpChg chg="add">
          <ac:chgData name="ΜΑΡΙΑ ΣΠΥΡΙΔΟΥΛΑ ΚΑΡΑΒΙΑ" userId="6f88f6f8-6196-49bd-9df0-a8868bf7e609" providerId="ADAL" clId="{67818F49-1EFF-4EBB-BBDB-8D8F2E3E4EE9}" dt="2025-09-16T12:57:42.899" v="1770" actId="26606"/>
          <ac:grpSpMkLst>
            <pc:docMk/>
            <pc:sldMk cId="2047597450" sldId="262"/>
            <ac:grpSpMk id="105" creationId="{28FAF094-D087-493F-8DF9-A486C2D6BBAA}"/>
          </ac:grpSpMkLst>
        </pc:grpChg>
      </pc:sldChg>
      <pc:sldChg chg="addSp delSp modSp mod setBg modAnim">
        <pc:chgData name="ΜΑΡΙΑ ΣΠΥΡΙΔΟΥΛΑ ΚΑΡΑΒΙΑ" userId="6f88f6f8-6196-49bd-9df0-a8868bf7e609" providerId="ADAL" clId="{67818F49-1EFF-4EBB-BBDB-8D8F2E3E4EE9}" dt="2025-09-25T14:15:43.140" v="5332" actId="1076"/>
        <pc:sldMkLst>
          <pc:docMk/>
          <pc:sldMk cId="906266195" sldId="263"/>
        </pc:sldMkLst>
        <pc:spChg chg="mod">
          <ac:chgData name="ΜΑΡΙΑ ΣΠΥΡΙΔΟΥΛΑ ΚΑΡΑΒΙΑ" userId="6f88f6f8-6196-49bd-9df0-a8868bf7e609" providerId="ADAL" clId="{67818F49-1EFF-4EBB-BBDB-8D8F2E3E4EE9}" dt="2025-09-23T15:09:01.423" v="3552" actId="1076"/>
          <ac:spMkLst>
            <pc:docMk/>
            <pc:sldMk cId="906266195" sldId="263"/>
            <ac:spMk id="2" creationId="{207DEBE9-1F91-A514-D6B5-5366C1A877F3}"/>
          </ac:spMkLst>
        </pc:spChg>
        <pc:spChg chg="add del mod">
          <ac:chgData name="ΜΑΡΙΑ ΣΠΥΡΙΔΟΥΛΑ ΚΑΡΑΒΙΑ" userId="6f88f6f8-6196-49bd-9df0-a8868bf7e609" providerId="ADAL" clId="{67818F49-1EFF-4EBB-BBDB-8D8F2E3E4EE9}" dt="2025-09-25T14:15:43.140" v="5332" actId="1076"/>
          <ac:spMkLst>
            <pc:docMk/>
            <pc:sldMk cId="906266195" sldId="263"/>
            <ac:spMk id="3" creationId="{B849D3A2-3E8C-388A-115E-8FBAFE0187FA}"/>
          </ac:spMkLst>
        </pc:spChg>
        <pc:spChg chg="add">
          <ac:chgData name="ΜΑΡΙΑ ΣΠΥΡΙΔΟΥΛΑ ΚΑΡΑΒΙΑ" userId="6f88f6f8-6196-49bd-9df0-a8868bf7e609" providerId="ADAL" clId="{67818F49-1EFF-4EBB-BBDB-8D8F2E3E4EE9}" dt="2025-09-19T12:53:07.092" v="2583" actId="26606"/>
          <ac:spMkLst>
            <pc:docMk/>
            <pc:sldMk cId="906266195" sldId="263"/>
            <ac:spMk id="8" creationId="{1BB867FF-FC45-48F7-8104-F89BE54909F1}"/>
          </ac:spMkLst>
        </pc:spChg>
        <pc:spChg chg="add">
          <ac:chgData name="ΜΑΡΙΑ ΣΠΥΡΙΔΟΥΛΑ ΚΑΡΑΒΙΑ" userId="6f88f6f8-6196-49bd-9df0-a8868bf7e609" providerId="ADAL" clId="{67818F49-1EFF-4EBB-BBDB-8D8F2E3E4EE9}" dt="2025-09-19T12:53:07.092" v="2583" actId="26606"/>
          <ac:spMkLst>
            <pc:docMk/>
            <pc:sldMk cId="906266195" sldId="263"/>
            <ac:spMk id="10" creationId="{8BB56887-D0D5-4F0C-9E19-7247EB83C8B7}"/>
          </ac:spMkLst>
        </pc:spChg>
        <pc:spChg chg="add">
          <ac:chgData name="ΜΑΡΙΑ ΣΠΥΡΙΔΟΥΛΑ ΚΑΡΑΒΙΑ" userId="6f88f6f8-6196-49bd-9df0-a8868bf7e609" providerId="ADAL" clId="{67818F49-1EFF-4EBB-BBDB-8D8F2E3E4EE9}" dt="2025-09-19T12:53:07.092" v="2583" actId="26606"/>
          <ac:spMkLst>
            <pc:docMk/>
            <pc:sldMk cId="906266195" sldId="263"/>
            <ac:spMk id="12" creationId="{081E4A58-353D-44AE-B2FC-2A74E2E400F7}"/>
          </ac:spMkLst>
        </pc:spChg>
      </pc:sldChg>
      <pc:sldChg chg="modSp mod modTransition setBg modAnim">
        <pc:chgData name="ΜΑΡΙΑ ΣΠΥΡΙΔΟΥΛΑ ΚΑΡΑΒΙΑ" userId="6f88f6f8-6196-49bd-9df0-a8868bf7e609" providerId="ADAL" clId="{67818F49-1EFF-4EBB-BBDB-8D8F2E3E4EE9}" dt="2025-09-23T18:42:36.454" v="5035" actId="255"/>
        <pc:sldMkLst>
          <pc:docMk/>
          <pc:sldMk cId="3765345206" sldId="264"/>
        </pc:sldMkLst>
        <pc:spChg chg="mod">
          <ac:chgData name="ΜΑΡΙΑ ΣΠΥΡΙΔΟΥΛΑ ΚΑΡΑΒΙΑ" userId="6f88f6f8-6196-49bd-9df0-a8868bf7e609" providerId="ADAL" clId="{67818F49-1EFF-4EBB-BBDB-8D8F2E3E4EE9}" dt="2025-09-23T15:38:17.163" v="3931" actId="403"/>
          <ac:spMkLst>
            <pc:docMk/>
            <pc:sldMk cId="3765345206" sldId="264"/>
            <ac:spMk id="2" creationId="{832FE8F0-E316-C528-D07C-B8E43C700982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8:42:36.454" v="5035" actId="255"/>
          <ac:spMkLst>
            <pc:docMk/>
            <pc:sldMk cId="3765345206" sldId="264"/>
            <ac:spMk id="5" creationId="{41E05986-4044-4618-10A0-58AAE596D38F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4:30:27.831" v="2934" actId="403"/>
          <ac:spMkLst>
            <pc:docMk/>
            <pc:sldMk cId="3765345206" sldId="264"/>
            <ac:spMk id="7" creationId="{18FF3B2E-C131-CB42-CE06-F3324AA2AFE9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4:30:23.325" v="2933" actId="403"/>
          <ac:spMkLst>
            <pc:docMk/>
            <pc:sldMk cId="3765345206" sldId="264"/>
            <ac:spMk id="8" creationId="{4611BC94-B9D2-1944-4B36-82D38A6C1684}"/>
          </ac:spMkLst>
        </pc:spChg>
        <pc:graphicFrameChg chg="mod modGraphic">
          <ac:chgData name="ΜΑΡΙΑ ΣΠΥΡΙΔΟΥΛΑ ΚΑΡΑΒΙΑ" userId="6f88f6f8-6196-49bd-9df0-a8868bf7e609" providerId="ADAL" clId="{67818F49-1EFF-4EBB-BBDB-8D8F2E3E4EE9}" dt="2025-09-23T15:50:19.226" v="3960" actId="122"/>
          <ac:graphicFrameMkLst>
            <pc:docMk/>
            <pc:sldMk cId="3765345206" sldId="264"/>
            <ac:graphicFrameMk id="4" creationId="{47DE50D7-BAE4-744D-3589-74D7536C46F9}"/>
          </ac:graphicFrameMkLst>
        </pc:graphicFrameChg>
      </pc:sldChg>
      <pc:sldChg chg="addSp delSp modSp mod modTransition setBg modAnim">
        <pc:chgData name="ΜΑΡΙΑ ΣΠΥΡΙΔΟΥΛΑ ΚΑΡΑΒΙΑ" userId="6f88f6f8-6196-49bd-9df0-a8868bf7e609" providerId="ADAL" clId="{67818F49-1EFF-4EBB-BBDB-8D8F2E3E4EE9}" dt="2025-09-23T18:40:54.823" v="5033" actId="13926"/>
        <pc:sldMkLst>
          <pc:docMk/>
          <pc:sldMk cId="2244648478" sldId="266"/>
        </pc:sldMkLst>
        <pc:spChg chg="add mod">
          <ac:chgData name="ΜΑΡΙΑ ΣΠΥΡΙΔΟΥΛΑ ΚΑΡΑΒΙΑ" userId="6f88f6f8-6196-49bd-9df0-a8868bf7e609" providerId="ADAL" clId="{67818F49-1EFF-4EBB-BBDB-8D8F2E3E4EE9}" dt="2025-09-23T18:40:54.823" v="5033" actId="13926"/>
          <ac:spMkLst>
            <pc:docMk/>
            <pc:sldMk cId="2244648478" sldId="266"/>
            <ac:spMk id="2" creationId="{3BB23DD7-A002-92F1-F370-42F87BF903A5}"/>
          </ac:spMkLst>
        </pc:spChg>
        <pc:picChg chg="mod ord">
          <ac:chgData name="ΜΑΡΙΑ ΣΠΥΡΙΔΟΥΛΑ ΚΑΡΑΒΙΑ" userId="6f88f6f8-6196-49bd-9df0-a8868bf7e609" providerId="ADAL" clId="{67818F49-1EFF-4EBB-BBDB-8D8F2E3E4EE9}" dt="2025-09-23T14:46:25.815" v="3129" actId="14100"/>
          <ac:picMkLst>
            <pc:docMk/>
            <pc:sldMk cId="2244648478" sldId="266"/>
            <ac:picMk id="4" creationId="{43565B9B-7E6E-7919-1ABE-4A75D587207B}"/>
          </ac:picMkLst>
        </pc:picChg>
      </pc:sldChg>
      <pc:sldChg chg="addSp delSp modSp mod ord modTransition setBg modAnim">
        <pc:chgData name="ΜΑΡΙΑ ΣΠΥΡΙΔΟΥΛΑ ΚΑΡΑΒΙΑ" userId="6f88f6f8-6196-49bd-9df0-a8868bf7e609" providerId="ADAL" clId="{67818F49-1EFF-4EBB-BBDB-8D8F2E3E4EE9}" dt="2025-09-23T18:46:23.416" v="5067" actId="27636"/>
        <pc:sldMkLst>
          <pc:docMk/>
          <pc:sldMk cId="2017234212" sldId="267"/>
        </pc:sldMkLst>
        <pc:spChg chg="mod">
          <ac:chgData name="ΜΑΡΙΑ ΣΠΥΡΙΔΟΥΛΑ ΚΑΡΑΒΙΑ" userId="6f88f6f8-6196-49bd-9df0-a8868bf7e609" providerId="ADAL" clId="{67818F49-1EFF-4EBB-BBDB-8D8F2E3E4EE9}" dt="2025-09-23T14:58:06.668" v="3376" actId="1076"/>
          <ac:spMkLst>
            <pc:docMk/>
            <pc:sldMk cId="2017234212" sldId="267"/>
            <ac:spMk id="2" creationId="{A71B816E-AD2E-5B9A-588B-F0062F6E35E1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8:46:23.416" v="5067" actId="27636"/>
          <ac:spMkLst>
            <pc:docMk/>
            <pc:sldMk cId="2017234212" sldId="267"/>
            <ac:spMk id="3" creationId="{04BB98B4-9578-168C-CCF8-4B2196147F69}"/>
          </ac:spMkLst>
        </pc:spChg>
        <pc:spChg chg="add">
          <ac:chgData name="ΜΑΡΙΑ ΣΠΥΡΙΔΟΥΛΑ ΚΑΡΑΒΙΑ" userId="6f88f6f8-6196-49bd-9df0-a8868bf7e609" providerId="ADAL" clId="{67818F49-1EFF-4EBB-BBDB-8D8F2E3E4EE9}" dt="2025-09-16T12:23:13.125" v="1623" actId="26606"/>
          <ac:spMkLst>
            <pc:docMk/>
            <pc:sldMk cId="2017234212" sldId="267"/>
            <ac:spMk id="17" creationId="{98DDA986-B6EE-4642-AC60-0490373E69D0}"/>
          </ac:spMkLst>
        </pc:spChg>
        <pc:spChg chg="add">
          <ac:chgData name="ΜΑΡΙΑ ΣΠΥΡΙΔΟΥΛΑ ΚΑΡΑΒΙΑ" userId="6f88f6f8-6196-49bd-9df0-a8868bf7e609" providerId="ADAL" clId="{67818F49-1EFF-4EBB-BBDB-8D8F2E3E4EE9}" dt="2025-09-16T12:23:13.125" v="1623" actId="26606"/>
          <ac:spMkLst>
            <pc:docMk/>
            <pc:sldMk cId="2017234212" sldId="267"/>
            <ac:spMk id="19" creationId="{80B62878-12EF-4E97-A284-47BAFC30DA2E}"/>
          </ac:spMkLst>
        </pc:spChg>
        <pc:spChg chg="add">
          <ac:chgData name="ΜΑΡΙΑ ΣΠΥΡΙΔΟΥΛΑ ΚΑΡΑΒΙΑ" userId="6f88f6f8-6196-49bd-9df0-a8868bf7e609" providerId="ADAL" clId="{67818F49-1EFF-4EBB-BBDB-8D8F2E3E4EE9}" dt="2025-09-16T12:23:13.125" v="1623" actId="26606"/>
          <ac:spMkLst>
            <pc:docMk/>
            <pc:sldMk cId="2017234212" sldId="267"/>
            <ac:spMk id="21" creationId="{6D79188D-1ED5-4705-B8C7-5D6FB7670AB3}"/>
          </ac:spMkLst>
        </pc:spChg>
      </pc:sldChg>
      <pc:sldChg chg="del ord">
        <pc:chgData name="ΜΑΡΙΑ ΣΠΥΡΙΔΟΥΛΑ ΚΑΡΑΒΙΑ" userId="6f88f6f8-6196-49bd-9df0-a8868bf7e609" providerId="ADAL" clId="{67818F49-1EFF-4EBB-BBDB-8D8F2E3E4EE9}" dt="2025-09-17T09:21:51.884" v="2016" actId="2696"/>
        <pc:sldMkLst>
          <pc:docMk/>
          <pc:sldMk cId="840078996" sldId="268"/>
        </pc:sldMkLst>
      </pc:sldChg>
      <pc:sldChg chg="addSp delSp modSp add del mod ord modTransition setBg modAnim delDesignElem chgLayout">
        <pc:chgData name="ΜΑΡΙΑ ΣΠΥΡΙΔΟΥΛΑ ΚΑΡΑΒΙΑ" userId="6f88f6f8-6196-49bd-9df0-a8868bf7e609" providerId="ADAL" clId="{67818F49-1EFF-4EBB-BBDB-8D8F2E3E4EE9}" dt="2025-09-19T13:06:29.774" v="2759" actId="2696"/>
        <pc:sldMkLst>
          <pc:docMk/>
          <pc:sldMk cId="286499453" sldId="269"/>
        </pc:sldMkLst>
      </pc:sldChg>
      <pc:sldChg chg="addSp delSp modSp mod ord modTransition setBg modAnim">
        <pc:chgData name="ΜΑΡΙΑ ΣΠΥΡΙΔΟΥΛΑ ΚΑΡΑΒΙΑ" userId="6f88f6f8-6196-49bd-9df0-a8868bf7e609" providerId="ADAL" clId="{67818F49-1EFF-4EBB-BBDB-8D8F2E3E4EE9}" dt="2025-09-23T18:48:57.955" v="5093" actId="403"/>
        <pc:sldMkLst>
          <pc:docMk/>
          <pc:sldMk cId="377418480" sldId="270"/>
        </pc:sldMkLst>
        <pc:spChg chg="mod">
          <ac:chgData name="ΜΑΡΙΑ ΣΠΥΡΙΔΟΥΛΑ ΚΑΡΑΒΙΑ" userId="6f88f6f8-6196-49bd-9df0-a8868bf7e609" providerId="ADAL" clId="{67818F49-1EFF-4EBB-BBDB-8D8F2E3E4EE9}" dt="2025-09-23T18:35:14.200" v="4901" actId="1076"/>
          <ac:spMkLst>
            <pc:docMk/>
            <pc:sldMk cId="377418480" sldId="270"/>
            <ac:spMk id="2" creationId="{1D881D3E-E957-9A0C-2704-7D1D5FF42572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8:48:57.955" v="5093" actId="403"/>
          <ac:spMkLst>
            <pc:docMk/>
            <pc:sldMk cId="377418480" sldId="270"/>
            <ac:spMk id="3" creationId="{FBA3786C-77B6-136A-17EE-5ECFE69807DD}"/>
          </ac:spMkLst>
        </pc:spChg>
        <pc:spChg chg="add">
          <ac:chgData name="ΜΑΡΙΑ ΣΠΥΡΙΔΟΥΛΑ ΚΑΡΑΒΙΑ" userId="6f88f6f8-6196-49bd-9df0-a8868bf7e609" providerId="ADAL" clId="{67818F49-1EFF-4EBB-BBDB-8D8F2E3E4EE9}" dt="2025-09-16T12:27:43.658" v="1645" actId="26606"/>
          <ac:spMkLst>
            <pc:docMk/>
            <pc:sldMk cId="377418480" sldId="270"/>
            <ac:spMk id="50" creationId="{8D1AA55E-40D5-461B-A5A8-4AE8AAB71B08}"/>
          </ac:spMkLst>
        </pc:spChg>
        <pc:grpChg chg="add">
          <ac:chgData name="ΜΑΡΙΑ ΣΠΥΡΙΔΟΥΛΑ ΚΑΡΑΒΙΑ" userId="6f88f6f8-6196-49bd-9df0-a8868bf7e609" providerId="ADAL" clId="{67818F49-1EFF-4EBB-BBDB-8D8F2E3E4EE9}" dt="2025-09-16T12:27:43.658" v="1645" actId="26606"/>
          <ac:grpSpMkLst>
            <pc:docMk/>
            <pc:sldMk cId="377418480" sldId="270"/>
            <ac:grpSpMk id="54" creationId="{78350D8D-73D6-4132-89B5-DD52F3962A76}"/>
          </ac:grpSpMkLst>
        </pc:grpChg>
        <pc:cxnChg chg="add">
          <ac:chgData name="ΜΑΡΙΑ ΣΠΥΡΙΔΟΥΛΑ ΚΑΡΑΒΙΑ" userId="6f88f6f8-6196-49bd-9df0-a8868bf7e609" providerId="ADAL" clId="{67818F49-1EFF-4EBB-BBDB-8D8F2E3E4EE9}" dt="2025-09-16T12:27:43.658" v="1645" actId="26606"/>
          <ac:cxnSpMkLst>
            <pc:docMk/>
            <pc:sldMk cId="377418480" sldId="270"/>
            <ac:cxnSpMk id="52" creationId="{7EB498BD-8089-4626-91EA-4978EBEF535E}"/>
          </ac:cxnSpMkLst>
        </pc:cxnChg>
      </pc:sldChg>
      <pc:sldChg chg="modSp mod ord modTransition modAnim">
        <pc:chgData name="ΜΑΡΙΑ ΣΠΥΡΙΔΟΥΛΑ ΚΑΡΑΒΙΑ" userId="6f88f6f8-6196-49bd-9df0-a8868bf7e609" providerId="ADAL" clId="{67818F49-1EFF-4EBB-BBDB-8D8F2E3E4EE9}" dt="2025-09-23T14:57:35.679" v="3373" actId="14100"/>
        <pc:sldMkLst>
          <pc:docMk/>
          <pc:sldMk cId="3042891968" sldId="271"/>
        </pc:sldMkLst>
        <pc:spChg chg="mod">
          <ac:chgData name="ΜΑΡΙΑ ΣΠΥΡΙΔΟΥΛΑ ΚΑΡΑΒΙΑ" userId="6f88f6f8-6196-49bd-9df0-a8868bf7e609" providerId="ADAL" clId="{67818F49-1EFF-4EBB-BBDB-8D8F2E3E4EE9}" dt="2025-09-23T14:56:45.298" v="3362" actId="1076"/>
          <ac:spMkLst>
            <pc:docMk/>
            <pc:sldMk cId="3042891968" sldId="271"/>
            <ac:spMk id="2" creationId="{3DC8E635-ABB8-5BE8-A8E5-39ABCD8F0792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4:57:26.973" v="3371" actId="14100"/>
          <ac:spMkLst>
            <pc:docMk/>
            <pc:sldMk cId="3042891968" sldId="271"/>
            <ac:spMk id="4" creationId="{31DA2EBC-3DBB-3511-41B3-BB6DD241DCE4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4:57:35.679" v="3373" actId="14100"/>
          <ac:spMkLst>
            <pc:docMk/>
            <pc:sldMk cId="3042891968" sldId="271"/>
            <ac:spMk id="5" creationId="{2E5E77F5-B059-F789-3928-88F103B652EF}"/>
          </ac:spMkLst>
        </pc:spChg>
      </pc:sldChg>
      <pc:sldChg chg="addSp delSp modSp mod ord modTransition setBg modAnim">
        <pc:chgData name="ΜΑΡΙΑ ΣΠΥΡΙΔΟΥΛΑ ΚΑΡΑΒΙΑ" userId="6f88f6f8-6196-49bd-9df0-a8868bf7e609" providerId="ADAL" clId="{67818F49-1EFF-4EBB-BBDB-8D8F2E3E4EE9}" dt="2025-09-25T14:01:49.841" v="5292" actId="1076"/>
        <pc:sldMkLst>
          <pc:docMk/>
          <pc:sldMk cId="3560394099" sldId="272"/>
        </pc:sldMkLst>
        <pc:spChg chg="mod">
          <ac:chgData name="ΜΑΡΙΑ ΣΠΥΡΙΔΟΥΛΑ ΚΑΡΑΒΙΑ" userId="6f88f6f8-6196-49bd-9df0-a8868bf7e609" providerId="ADAL" clId="{67818F49-1EFF-4EBB-BBDB-8D8F2E3E4EE9}" dt="2025-09-23T15:22:13.206" v="3667" actId="1076"/>
          <ac:spMkLst>
            <pc:docMk/>
            <pc:sldMk cId="3560394099" sldId="272"/>
            <ac:spMk id="2" creationId="{ACB5EF34-FD1B-FAF6-7192-642883B08B2B}"/>
          </ac:spMkLst>
        </pc:spChg>
        <pc:spChg chg="add mod">
          <ac:chgData name="ΜΑΡΙΑ ΣΠΥΡΙΔΟΥΛΑ ΚΑΡΑΒΙΑ" userId="6f88f6f8-6196-49bd-9df0-a8868bf7e609" providerId="ADAL" clId="{67818F49-1EFF-4EBB-BBDB-8D8F2E3E4EE9}" dt="2025-09-23T15:12:29.641" v="3561" actId="1076"/>
          <ac:spMkLst>
            <pc:docMk/>
            <pc:sldMk cId="3560394099" sldId="272"/>
            <ac:spMk id="5" creationId="{9FDFB940-D346-4765-7709-152904ED0EEF}"/>
          </ac:spMkLst>
        </pc:spChg>
        <pc:spChg chg="add">
          <ac:chgData name="ΜΑΡΙΑ ΣΠΥΡΙΔΟΥΛΑ ΚΑΡΑΒΙΑ" userId="6f88f6f8-6196-49bd-9df0-a8868bf7e609" providerId="ADAL" clId="{67818F49-1EFF-4EBB-BBDB-8D8F2E3E4EE9}" dt="2025-09-16T12:39:53.397" v="1717" actId="26606"/>
          <ac:spMkLst>
            <pc:docMk/>
            <pc:sldMk cId="3560394099" sldId="272"/>
            <ac:spMk id="16" creationId="{84ECDE7A-6944-466D-8FFE-149A29BA6BAE}"/>
          </ac:spMkLst>
        </pc:spChg>
        <pc:spChg chg="add">
          <ac:chgData name="ΜΑΡΙΑ ΣΠΥΡΙΔΟΥΛΑ ΚΑΡΑΒΙΑ" userId="6f88f6f8-6196-49bd-9df0-a8868bf7e609" providerId="ADAL" clId="{67818F49-1EFF-4EBB-BBDB-8D8F2E3E4EE9}" dt="2025-09-16T12:39:53.397" v="1717" actId="26606"/>
          <ac:spMkLst>
            <pc:docMk/>
            <pc:sldMk cId="3560394099" sldId="272"/>
            <ac:spMk id="18" creationId="{B3420082-9415-44EC-802E-C77D71D59C57}"/>
          </ac:spMkLst>
        </pc:spChg>
        <pc:spChg chg="add">
          <ac:chgData name="ΜΑΡΙΑ ΣΠΥΡΙΔΟΥΛΑ ΚΑΡΑΒΙΑ" userId="6f88f6f8-6196-49bd-9df0-a8868bf7e609" providerId="ADAL" clId="{67818F49-1EFF-4EBB-BBDB-8D8F2E3E4EE9}" dt="2025-09-16T12:39:53.397" v="1717" actId="26606"/>
          <ac:spMkLst>
            <pc:docMk/>
            <pc:sldMk cId="3560394099" sldId="272"/>
            <ac:spMk id="20" creationId="{55A52C45-1FCB-4636-A80F-2849B8226C01}"/>
          </ac:spMkLst>
        </pc:spChg>
        <pc:spChg chg="add">
          <ac:chgData name="ΜΑΡΙΑ ΣΠΥΡΙΔΟΥΛΑ ΚΑΡΑΒΙΑ" userId="6f88f6f8-6196-49bd-9df0-a8868bf7e609" providerId="ADAL" clId="{67818F49-1EFF-4EBB-BBDB-8D8F2E3E4EE9}" dt="2025-09-16T12:39:53.397" v="1717" actId="26606"/>
          <ac:spMkLst>
            <pc:docMk/>
            <pc:sldMk cId="3560394099" sldId="272"/>
            <ac:spMk id="22" creationId="{768EB4DD-3704-43AD-92B3-C4E0C6EA92CB}"/>
          </ac:spMkLst>
        </pc:spChg>
        <pc:graphicFrameChg chg="mod ord modGraphic">
          <ac:chgData name="ΜΑΡΙΑ ΣΠΥΡΙΔΟΥΛΑ ΚΑΡΑΒΙΑ" userId="6f88f6f8-6196-49bd-9df0-a8868bf7e609" providerId="ADAL" clId="{67818F49-1EFF-4EBB-BBDB-8D8F2E3E4EE9}" dt="2025-09-25T14:01:49.841" v="5292" actId="1076"/>
          <ac:graphicFrameMkLst>
            <pc:docMk/>
            <pc:sldMk cId="3560394099" sldId="272"/>
            <ac:graphicFrameMk id="4" creationId="{F043240E-71AF-E395-15EC-56BB0F6F86C1}"/>
          </ac:graphicFrameMkLst>
        </pc:graphicFrameChg>
      </pc:sldChg>
      <pc:sldChg chg="addSp delSp modSp mod modTransition setBg delAnim modAnim">
        <pc:chgData name="ΜΑΡΙΑ ΣΠΥΡΙΔΟΥΛΑ ΚΑΡΑΒΙΑ" userId="6f88f6f8-6196-49bd-9df0-a8868bf7e609" providerId="ADAL" clId="{67818F49-1EFF-4EBB-BBDB-8D8F2E3E4EE9}" dt="2025-09-23T14:42:24.823" v="3090" actId="1076"/>
        <pc:sldMkLst>
          <pc:docMk/>
          <pc:sldMk cId="1246628606" sldId="273"/>
        </pc:sldMkLst>
        <pc:spChg chg="add">
          <ac:chgData name="ΜΑΡΙΑ ΣΠΥΡΙΔΟΥΛΑ ΚΑΡΑΒΙΑ" userId="6f88f6f8-6196-49bd-9df0-a8868bf7e609" providerId="ADAL" clId="{67818F49-1EFF-4EBB-BBDB-8D8F2E3E4EE9}" dt="2025-09-16T12:03:03.500" v="1491" actId="26606"/>
          <ac:spMkLst>
            <pc:docMk/>
            <pc:sldMk cId="1246628606" sldId="273"/>
            <ac:spMk id="23" creationId="{F3060C83-F051-4F0E-ABAD-AA0DFC48B218}"/>
          </ac:spMkLst>
        </pc:spChg>
        <pc:spChg chg="add">
          <ac:chgData name="ΜΑΡΙΑ ΣΠΥΡΙΔΟΥΛΑ ΚΑΡΑΒΙΑ" userId="6f88f6f8-6196-49bd-9df0-a8868bf7e609" providerId="ADAL" clId="{67818F49-1EFF-4EBB-BBDB-8D8F2E3E4EE9}" dt="2025-09-16T12:03:03.500" v="1491" actId="26606"/>
          <ac:spMkLst>
            <pc:docMk/>
            <pc:sldMk cId="1246628606" sldId="273"/>
            <ac:spMk id="25" creationId="{83C98ABE-055B-441F-B07E-44F97F083C39}"/>
          </ac:spMkLst>
        </pc:spChg>
        <pc:spChg chg="add">
          <ac:chgData name="ΜΑΡΙΑ ΣΠΥΡΙΔΟΥΛΑ ΚΑΡΑΒΙΑ" userId="6f88f6f8-6196-49bd-9df0-a8868bf7e609" providerId="ADAL" clId="{67818F49-1EFF-4EBB-BBDB-8D8F2E3E4EE9}" dt="2025-09-16T12:03:03.500" v="1491" actId="26606"/>
          <ac:spMkLst>
            <pc:docMk/>
            <pc:sldMk cId="1246628606" sldId="273"/>
            <ac:spMk id="27" creationId="{29FDB030-9B49-4CED-8CCD-4D99382388AC}"/>
          </ac:spMkLst>
        </pc:spChg>
        <pc:spChg chg="add">
          <ac:chgData name="ΜΑΡΙΑ ΣΠΥΡΙΔΟΥΛΑ ΚΑΡΑΒΙΑ" userId="6f88f6f8-6196-49bd-9df0-a8868bf7e609" providerId="ADAL" clId="{67818F49-1EFF-4EBB-BBDB-8D8F2E3E4EE9}" dt="2025-09-16T12:03:03.500" v="1491" actId="26606"/>
          <ac:spMkLst>
            <pc:docMk/>
            <pc:sldMk cId="1246628606" sldId="273"/>
            <ac:spMk id="29" creationId="{3783CA14-24A1-485C-8B30-D6A5D87987AD}"/>
          </ac:spMkLst>
        </pc:spChg>
        <pc:spChg chg="add">
          <ac:chgData name="ΜΑΡΙΑ ΣΠΥΡΙΔΟΥΛΑ ΚΑΡΑΒΙΑ" userId="6f88f6f8-6196-49bd-9df0-a8868bf7e609" providerId="ADAL" clId="{67818F49-1EFF-4EBB-BBDB-8D8F2E3E4EE9}" dt="2025-09-16T12:03:03.500" v="1491" actId="26606"/>
          <ac:spMkLst>
            <pc:docMk/>
            <pc:sldMk cId="1246628606" sldId="273"/>
            <ac:spMk id="31" creationId="{9A97C86A-04D6-40F7-AE84-31AB43E6A846}"/>
          </ac:spMkLst>
        </pc:spChg>
        <pc:spChg chg="add">
          <ac:chgData name="ΜΑΡΙΑ ΣΠΥΡΙΔΟΥΛΑ ΚΑΡΑΒΙΑ" userId="6f88f6f8-6196-49bd-9df0-a8868bf7e609" providerId="ADAL" clId="{67818F49-1EFF-4EBB-BBDB-8D8F2E3E4EE9}" dt="2025-09-16T12:03:03.500" v="1491" actId="26606"/>
          <ac:spMkLst>
            <pc:docMk/>
            <pc:sldMk cId="1246628606" sldId="273"/>
            <ac:spMk id="33" creationId="{FF9F2414-84E8-453E-B1F3-389FDE8192D9}"/>
          </ac:spMkLst>
        </pc:spChg>
        <pc:spChg chg="add">
          <ac:chgData name="ΜΑΡΙΑ ΣΠΥΡΙΔΟΥΛΑ ΚΑΡΑΒΙΑ" userId="6f88f6f8-6196-49bd-9df0-a8868bf7e609" providerId="ADAL" clId="{67818F49-1EFF-4EBB-BBDB-8D8F2E3E4EE9}" dt="2025-09-16T12:03:03.500" v="1491" actId="26606"/>
          <ac:spMkLst>
            <pc:docMk/>
            <pc:sldMk cId="1246628606" sldId="273"/>
            <ac:spMk id="35" creationId="{3ECA69A1-7536-43AC-85EF-C7106179F5ED}"/>
          </ac:spMkLst>
        </pc:spChg>
        <pc:picChg chg="add mod">
          <ac:chgData name="ΜΑΡΙΑ ΣΠΥΡΙΔΟΥΛΑ ΚΑΡΑΒΙΑ" userId="6f88f6f8-6196-49bd-9df0-a8868bf7e609" providerId="ADAL" clId="{67818F49-1EFF-4EBB-BBDB-8D8F2E3E4EE9}" dt="2025-09-23T14:42:24.823" v="3090" actId="1076"/>
          <ac:picMkLst>
            <pc:docMk/>
            <pc:sldMk cId="1246628606" sldId="273"/>
            <ac:picMk id="3" creationId="{F0561AFD-5AAD-AFE4-D4DC-CAA663786261}"/>
          </ac:picMkLst>
        </pc:picChg>
      </pc:sldChg>
      <pc:sldChg chg="addSp delSp modSp mod modTransition setBg delAnim modAnim">
        <pc:chgData name="ΜΑΡΙΑ ΣΠΥΡΙΔΟΥΛΑ ΚΑΡΑΒΙΑ" userId="6f88f6f8-6196-49bd-9df0-a8868bf7e609" providerId="ADAL" clId="{67818F49-1EFF-4EBB-BBDB-8D8F2E3E4EE9}" dt="2025-09-23T18:48:51.244" v="5092" actId="403"/>
        <pc:sldMkLst>
          <pc:docMk/>
          <pc:sldMk cId="2897075794" sldId="275"/>
        </pc:sldMkLst>
        <pc:spChg chg="mod">
          <ac:chgData name="ΜΑΡΙΑ ΣΠΥΡΙΔΟΥΛΑ ΚΑΡΑΒΙΑ" userId="6f88f6f8-6196-49bd-9df0-a8868bf7e609" providerId="ADAL" clId="{67818F49-1EFF-4EBB-BBDB-8D8F2E3E4EE9}" dt="2025-09-23T15:40:12.482" v="3936" actId="1076"/>
          <ac:spMkLst>
            <pc:docMk/>
            <pc:sldMk cId="2897075794" sldId="275"/>
            <ac:spMk id="2" creationId="{4DACEB62-CFC8-C4D6-E229-ED56C4CE7802}"/>
          </ac:spMkLst>
        </pc:spChg>
        <pc:graphicFrameChg chg="add mod modGraphic">
          <ac:chgData name="ΜΑΡΙΑ ΣΠΥΡΙΔΟΥΛΑ ΚΑΡΑΒΙΑ" userId="6f88f6f8-6196-49bd-9df0-a8868bf7e609" providerId="ADAL" clId="{67818F49-1EFF-4EBB-BBDB-8D8F2E3E4EE9}" dt="2025-09-23T18:48:51.244" v="5092" actId="403"/>
          <ac:graphicFrameMkLst>
            <pc:docMk/>
            <pc:sldMk cId="2897075794" sldId="275"/>
            <ac:graphicFrameMk id="9" creationId="{DC159E2E-EF0D-25B3-72FD-F551BC877B6C}"/>
          </ac:graphicFrameMkLst>
        </pc:graphicFrameChg>
      </pc:sldChg>
      <pc:sldChg chg="modSp mod modTransition addAnim delAnim modAnim">
        <pc:chgData name="ΜΑΡΙΑ ΣΠΥΡΙΔΟΥΛΑ ΚΑΡΑΒΙΑ" userId="6f88f6f8-6196-49bd-9df0-a8868bf7e609" providerId="ADAL" clId="{67818F49-1EFF-4EBB-BBDB-8D8F2E3E4EE9}" dt="2025-09-23T18:45:31.574" v="5064" actId="1076"/>
        <pc:sldMkLst>
          <pc:docMk/>
          <pc:sldMk cId="523545173" sldId="276"/>
        </pc:sldMkLst>
        <pc:spChg chg="mod">
          <ac:chgData name="ΜΑΡΙΑ ΣΠΥΡΙΔΟΥΛΑ ΚΑΡΑΒΙΑ" userId="6f88f6f8-6196-49bd-9df0-a8868bf7e609" providerId="ADAL" clId="{67818F49-1EFF-4EBB-BBDB-8D8F2E3E4EE9}" dt="2025-09-23T14:38:58.731" v="3053" actId="1076"/>
          <ac:spMkLst>
            <pc:docMk/>
            <pc:sldMk cId="523545173" sldId="276"/>
            <ac:spMk id="2" creationId="{5EBF0750-F7E6-48BA-27E7-2223AB7113C9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8:44:29.281" v="5052" actId="403"/>
          <ac:spMkLst>
            <pc:docMk/>
            <pc:sldMk cId="523545173" sldId="276"/>
            <ac:spMk id="12" creationId="{0CA90EF3-5A91-DFEE-CF5D-2673BB55DB66}"/>
          </ac:spMkLst>
        </pc:spChg>
        <pc:graphicFrameChg chg="mod modGraphic">
          <ac:chgData name="ΜΑΡΙΑ ΣΠΥΡΙΔΟΥΛΑ ΚΑΡΑΒΙΑ" userId="6f88f6f8-6196-49bd-9df0-a8868bf7e609" providerId="ADAL" clId="{67818F49-1EFF-4EBB-BBDB-8D8F2E3E4EE9}" dt="2025-09-23T18:45:07.712" v="5057"/>
          <ac:graphicFrameMkLst>
            <pc:docMk/>
            <pc:sldMk cId="523545173" sldId="276"/>
            <ac:graphicFrameMk id="5" creationId="{61F33513-9021-25C8-60F0-D0F62F8E1B9B}"/>
          </ac:graphicFrameMkLst>
        </pc:graphicFrameChg>
        <pc:graphicFrameChg chg="mod modGraphic">
          <ac:chgData name="ΜΑΡΙΑ ΣΠΥΡΙΔΟΥΛΑ ΚΑΡΑΒΙΑ" userId="6f88f6f8-6196-49bd-9df0-a8868bf7e609" providerId="ADAL" clId="{67818F49-1EFF-4EBB-BBDB-8D8F2E3E4EE9}" dt="2025-09-23T18:45:31.574" v="5064" actId="1076"/>
          <ac:graphicFrameMkLst>
            <pc:docMk/>
            <pc:sldMk cId="523545173" sldId="276"/>
            <ac:graphicFrameMk id="10" creationId="{E22C3F8A-716A-A67B-DD1C-4BA336B8BFA2}"/>
          </ac:graphicFrameMkLst>
        </pc:graphicFrameChg>
      </pc:sldChg>
      <pc:sldChg chg="addSp delSp modSp mod modTransition delAnim modAnim">
        <pc:chgData name="ΜΑΡΙΑ ΣΠΥΡΙΔΟΥΛΑ ΚΑΡΑΒΙΑ" userId="6f88f6f8-6196-49bd-9df0-a8868bf7e609" providerId="ADAL" clId="{67818F49-1EFF-4EBB-BBDB-8D8F2E3E4EE9}" dt="2025-09-25T13:47:21.884" v="5099" actId="20577"/>
        <pc:sldMkLst>
          <pc:docMk/>
          <pc:sldMk cId="2664400336" sldId="277"/>
        </pc:sldMkLst>
        <pc:spChg chg="mod">
          <ac:chgData name="ΜΑΡΙΑ ΣΠΥΡΙΔΟΥΛΑ ΚΑΡΑΒΙΑ" userId="6f88f6f8-6196-49bd-9df0-a8868bf7e609" providerId="ADAL" clId="{67818F49-1EFF-4EBB-BBDB-8D8F2E3E4EE9}" dt="2025-09-23T15:29:22.748" v="3833" actId="1076"/>
          <ac:spMkLst>
            <pc:docMk/>
            <pc:sldMk cId="2664400336" sldId="277"/>
            <ac:spMk id="2" creationId="{3D0FFF04-B91F-93EA-C376-D252BDE37765}"/>
          </ac:spMkLst>
        </pc:spChg>
        <pc:spChg chg="mod">
          <ac:chgData name="ΜΑΡΙΑ ΣΠΥΡΙΔΟΥΛΑ ΚΑΡΑΒΙΑ" userId="6f88f6f8-6196-49bd-9df0-a8868bf7e609" providerId="ADAL" clId="{67818F49-1EFF-4EBB-BBDB-8D8F2E3E4EE9}" dt="2025-09-25T13:47:17.178" v="5098" actId="20577"/>
          <ac:spMkLst>
            <pc:docMk/>
            <pc:sldMk cId="2664400336" sldId="277"/>
            <ac:spMk id="4" creationId="{C8014583-086C-9E2D-F57D-DD847CB025FB}"/>
          </ac:spMkLst>
        </pc:spChg>
        <pc:spChg chg="add mod">
          <ac:chgData name="ΜΑΡΙΑ ΣΠΥΡΙΔΟΥΛΑ ΚΑΡΑΒΙΑ" userId="6f88f6f8-6196-49bd-9df0-a8868bf7e609" providerId="ADAL" clId="{67818F49-1EFF-4EBB-BBDB-8D8F2E3E4EE9}" dt="2025-09-23T18:43:07.989" v="5039" actId="403"/>
          <ac:spMkLst>
            <pc:docMk/>
            <pc:sldMk cId="2664400336" sldId="277"/>
            <ac:spMk id="6" creationId="{F864EE26-520E-A2E3-A045-DBE065E91253}"/>
          </ac:spMkLst>
        </pc:spChg>
        <pc:spChg chg="add mod">
          <ac:chgData name="ΜΑΡΙΑ ΣΠΥΡΙΔΟΥΛΑ ΚΑΡΑΒΙΑ" userId="6f88f6f8-6196-49bd-9df0-a8868bf7e609" providerId="ADAL" clId="{67818F49-1EFF-4EBB-BBDB-8D8F2E3E4EE9}" dt="2025-09-23T18:43:23.983" v="5042" actId="403"/>
          <ac:spMkLst>
            <pc:docMk/>
            <pc:sldMk cId="2664400336" sldId="277"/>
            <ac:spMk id="7" creationId="{3C68CF87-5518-6DCC-15BB-65757D93A46C}"/>
          </ac:spMkLst>
        </pc:spChg>
      </pc:sldChg>
      <pc:sldChg chg="new del">
        <pc:chgData name="ΜΑΡΙΑ ΣΠΥΡΙΔΟΥΛΑ ΚΑΡΑΒΙΑ" userId="6f88f6f8-6196-49bd-9df0-a8868bf7e609" providerId="ADAL" clId="{67818F49-1EFF-4EBB-BBDB-8D8F2E3E4EE9}" dt="2025-09-19T11:25:41.317" v="2218" actId="2696"/>
        <pc:sldMkLst>
          <pc:docMk/>
          <pc:sldMk cId="425376659" sldId="278"/>
        </pc:sldMkLst>
      </pc:sldChg>
      <pc:sldChg chg="modSp new del mod">
        <pc:chgData name="ΜΑΡΙΑ ΣΠΥΡΙΔΟΥΛΑ ΚΑΡΑΒΙΑ" userId="6f88f6f8-6196-49bd-9df0-a8868bf7e609" providerId="ADAL" clId="{67818F49-1EFF-4EBB-BBDB-8D8F2E3E4EE9}" dt="2025-09-19T11:41:35.362" v="2236" actId="2696"/>
        <pc:sldMkLst>
          <pc:docMk/>
          <pc:sldMk cId="469736051" sldId="278"/>
        </pc:sldMkLst>
      </pc:sldChg>
      <pc:sldChg chg="modSp new mod modTransition modAnim">
        <pc:chgData name="ΜΑΡΙΑ ΣΠΥΡΙΔΟΥΛΑ ΚΑΡΑΒΙΑ" userId="6f88f6f8-6196-49bd-9df0-a8868bf7e609" providerId="ADAL" clId="{67818F49-1EFF-4EBB-BBDB-8D8F2E3E4EE9}" dt="2025-09-23T15:27:37.563" v="3823" actId="27636"/>
        <pc:sldMkLst>
          <pc:docMk/>
          <pc:sldMk cId="817514790" sldId="278"/>
        </pc:sldMkLst>
        <pc:spChg chg="mod">
          <ac:chgData name="ΜΑΡΙΑ ΣΠΥΡΙΔΟΥΛΑ ΚΑΡΑΒΙΑ" userId="6f88f6f8-6196-49bd-9df0-a8868bf7e609" providerId="ADAL" clId="{67818F49-1EFF-4EBB-BBDB-8D8F2E3E4EE9}" dt="2025-09-23T14:51:44.881" v="3299" actId="1076"/>
          <ac:spMkLst>
            <pc:docMk/>
            <pc:sldMk cId="817514790" sldId="278"/>
            <ac:spMk id="2" creationId="{57C3963F-BCD9-34DC-7DB9-510A2113CE72}"/>
          </ac:spMkLst>
        </pc:spChg>
        <pc:spChg chg="mod">
          <ac:chgData name="ΜΑΡΙΑ ΣΠΥΡΙΔΟΥΛΑ ΚΑΡΑΒΙΑ" userId="6f88f6f8-6196-49bd-9df0-a8868bf7e609" providerId="ADAL" clId="{67818F49-1EFF-4EBB-BBDB-8D8F2E3E4EE9}" dt="2025-09-23T15:27:37.563" v="3823" actId="27636"/>
          <ac:spMkLst>
            <pc:docMk/>
            <pc:sldMk cId="817514790" sldId="278"/>
            <ac:spMk id="3" creationId="{43271F59-4535-07BD-C36B-02900D455356}"/>
          </ac:spMkLst>
        </pc:spChg>
      </pc:sldChg>
      <pc:sldChg chg="new del">
        <pc:chgData name="ΜΑΡΙΑ ΣΠΥΡΙΔΟΥΛΑ ΚΑΡΑΒΙΑ" userId="6f88f6f8-6196-49bd-9df0-a8868bf7e609" providerId="ADAL" clId="{67818F49-1EFF-4EBB-BBDB-8D8F2E3E4EE9}" dt="2025-09-19T12:17:48.318" v="2330" actId="2696"/>
        <pc:sldMkLst>
          <pc:docMk/>
          <pc:sldMk cId="1854654325" sldId="278"/>
        </pc:sldMkLst>
      </pc:sldChg>
      <pc:sldMasterChg chg="setBg modSldLayout">
        <pc:chgData name="ΜΑΡΙΑ ΣΠΥΡΙΔΟΥΛΑ ΚΑΡΑΒΙΑ" userId="6f88f6f8-6196-49bd-9df0-a8868bf7e609" providerId="ADAL" clId="{67818F49-1EFF-4EBB-BBDB-8D8F2E3E4EE9}" dt="2025-09-16T12:11:42.664" v="1529"/>
        <pc:sldMasterMkLst>
          <pc:docMk/>
          <pc:sldMasterMk cId="965369936" sldId="2147483696"/>
        </pc:sldMasterMkLst>
        <pc:sldLayoutChg chg="setBg">
          <pc:chgData name="ΜΑΡΙΑ ΣΠΥΡΙΔΟΥΛΑ ΚΑΡΑΒΙΑ" userId="6f88f6f8-6196-49bd-9df0-a8868bf7e609" providerId="ADAL" clId="{67818F49-1EFF-4EBB-BBDB-8D8F2E3E4EE9}" dt="2025-09-16T12:11:42.664" v="1529"/>
          <pc:sldLayoutMkLst>
            <pc:docMk/>
            <pc:sldMasterMk cId="965369936" sldId="2147483696"/>
            <pc:sldLayoutMk cId="1767706667" sldId="2147483697"/>
          </pc:sldLayoutMkLst>
        </pc:sldLayoutChg>
        <pc:sldLayoutChg chg="setBg">
          <pc:chgData name="ΜΑΡΙΑ ΣΠΥΡΙΔΟΥΛΑ ΚΑΡΑΒΙΑ" userId="6f88f6f8-6196-49bd-9df0-a8868bf7e609" providerId="ADAL" clId="{67818F49-1EFF-4EBB-BBDB-8D8F2E3E4EE9}" dt="2025-09-16T12:11:42.664" v="1529"/>
          <pc:sldLayoutMkLst>
            <pc:docMk/>
            <pc:sldMasterMk cId="965369936" sldId="2147483696"/>
            <pc:sldLayoutMk cId="2993666084" sldId="2147483698"/>
          </pc:sldLayoutMkLst>
        </pc:sldLayoutChg>
        <pc:sldLayoutChg chg="setBg">
          <pc:chgData name="ΜΑΡΙΑ ΣΠΥΡΙΔΟΥΛΑ ΚΑΡΑΒΙΑ" userId="6f88f6f8-6196-49bd-9df0-a8868bf7e609" providerId="ADAL" clId="{67818F49-1EFF-4EBB-BBDB-8D8F2E3E4EE9}" dt="2025-09-16T12:11:42.664" v="1529"/>
          <pc:sldLayoutMkLst>
            <pc:docMk/>
            <pc:sldMasterMk cId="965369936" sldId="2147483696"/>
            <pc:sldLayoutMk cId="3294171355" sldId="2147483699"/>
          </pc:sldLayoutMkLst>
        </pc:sldLayoutChg>
        <pc:sldLayoutChg chg="setBg">
          <pc:chgData name="ΜΑΡΙΑ ΣΠΥΡΙΔΟΥΛΑ ΚΑΡΑΒΙΑ" userId="6f88f6f8-6196-49bd-9df0-a8868bf7e609" providerId="ADAL" clId="{67818F49-1EFF-4EBB-BBDB-8D8F2E3E4EE9}" dt="2025-09-16T12:11:42.664" v="1529"/>
          <pc:sldLayoutMkLst>
            <pc:docMk/>
            <pc:sldMasterMk cId="965369936" sldId="2147483696"/>
            <pc:sldLayoutMk cId="3599776594" sldId="2147483700"/>
          </pc:sldLayoutMkLst>
        </pc:sldLayoutChg>
        <pc:sldLayoutChg chg="setBg">
          <pc:chgData name="ΜΑΡΙΑ ΣΠΥΡΙΔΟΥΛΑ ΚΑΡΑΒΙΑ" userId="6f88f6f8-6196-49bd-9df0-a8868bf7e609" providerId="ADAL" clId="{67818F49-1EFF-4EBB-BBDB-8D8F2E3E4EE9}" dt="2025-09-16T12:11:42.664" v="1529"/>
          <pc:sldLayoutMkLst>
            <pc:docMk/>
            <pc:sldMasterMk cId="965369936" sldId="2147483696"/>
            <pc:sldLayoutMk cId="2447794636" sldId="2147483701"/>
          </pc:sldLayoutMkLst>
        </pc:sldLayoutChg>
        <pc:sldLayoutChg chg="setBg">
          <pc:chgData name="ΜΑΡΙΑ ΣΠΥΡΙΔΟΥΛΑ ΚΑΡΑΒΙΑ" userId="6f88f6f8-6196-49bd-9df0-a8868bf7e609" providerId="ADAL" clId="{67818F49-1EFF-4EBB-BBDB-8D8F2E3E4EE9}" dt="2025-09-16T12:11:42.664" v="1529"/>
          <pc:sldLayoutMkLst>
            <pc:docMk/>
            <pc:sldMasterMk cId="965369936" sldId="2147483696"/>
            <pc:sldLayoutMk cId="740746881" sldId="2147483702"/>
          </pc:sldLayoutMkLst>
        </pc:sldLayoutChg>
        <pc:sldLayoutChg chg="setBg">
          <pc:chgData name="ΜΑΡΙΑ ΣΠΥΡΙΔΟΥΛΑ ΚΑΡΑΒΙΑ" userId="6f88f6f8-6196-49bd-9df0-a8868bf7e609" providerId="ADAL" clId="{67818F49-1EFF-4EBB-BBDB-8D8F2E3E4EE9}" dt="2025-09-16T12:11:42.664" v="1529"/>
          <pc:sldLayoutMkLst>
            <pc:docMk/>
            <pc:sldMasterMk cId="965369936" sldId="2147483696"/>
            <pc:sldLayoutMk cId="3806220553" sldId="2147483703"/>
          </pc:sldLayoutMkLst>
        </pc:sldLayoutChg>
        <pc:sldLayoutChg chg="setBg">
          <pc:chgData name="ΜΑΡΙΑ ΣΠΥΡΙΔΟΥΛΑ ΚΑΡΑΒΙΑ" userId="6f88f6f8-6196-49bd-9df0-a8868bf7e609" providerId="ADAL" clId="{67818F49-1EFF-4EBB-BBDB-8D8F2E3E4EE9}" dt="2025-09-16T12:11:42.664" v="1529"/>
          <pc:sldLayoutMkLst>
            <pc:docMk/>
            <pc:sldMasterMk cId="965369936" sldId="2147483696"/>
            <pc:sldLayoutMk cId="2372903376" sldId="2147483704"/>
          </pc:sldLayoutMkLst>
        </pc:sldLayoutChg>
        <pc:sldLayoutChg chg="setBg">
          <pc:chgData name="ΜΑΡΙΑ ΣΠΥΡΙΔΟΥΛΑ ΚΑΡΑΒΙΑ" userId="6f88f6f8-6196-49bd-9df0-a8868bf7e609" providerId="ADAL" clId="{67818F49-1EFF-4EBB-BBDB-8D8F2E3E4EE9}" dt="2025-09-16T12:11:42.664" v="1529"/>
          <pc:sldLayoutMkLst>
            <pc:docMk/>
            <pc:sldMasterMk cId="965369936" sldId="2147483696"/>
            <pc:sldLayoutMk cId="4069900153" sldId="2147483705"/>
          </pc:sldLayoutMkLst>
        </pc:sldLayoutChg>
        <pc:sldLayoutChg chg="setBg">
          <pc:chgData name="ΜΑΡΙΑ ΣΠΥΡΙΔΟΥΛΑ ΚΑΡΑΒΙΑ" userId="6f88f6f8-6196-49bd-9df0-a8868bf7e609" providerId="ADAL" clId="{67818F49-1EFF-4EBB-BBDB-8D8F2E3E4EE9}" dt="2025-09-16T12:11:42.664" v="1529"/>
          <pc:sldLayoutMkLst>
            <pc:docMk/>
            <pc:sldMasterMk cId="965369936" sldId="2147483696"/>
            <pc:sldLayoutMk cId="3035747601" sldId="2147483706"/>
          </pc:sldLayoutMkLst>
        </pc:sldLayoutChg>
        <pc:sldLayoutChg chg="setBg">
          <pc:chgData name="ΜΑΡΙΑ ΣΠΥΡΙΔΟΥΛΑ ΚΑΡΑΒΙΑ" userId="6f88f6f8-6196-49bd-9df0-a8868bf7e609" providerId="ADAL" clId="{67818F49-1EFF-4EBB-BBDB-8D8F2E3E4EE9}" dt="2025-09-16T12:11:42.664" v="1529"/>
          <pc:sldLayoutMkLst>
            <pc:docMk/>
            <pc:sldMasterMk cId="965369936" sldId="2147483696"/>
            <pc:sldLayoutMk cId="1608363372" sldId="2147483707"/>
          </pc:sldLayoutMkLst>
        </pc:sldLayoutChg>
      </pc:sldMasterChg>
    </pc:docChg>
  </pc:docChgLst>
  <pc:docChgLst>
    <pc:chgData name="ΜΑΡΙΑ ΣΠΥΡΙΔΟΥΛΑ ΚΑΡΑΒΙΑ" userId="6f88f6f8-6196-49bd-9df0-a8868bf7e609" providerId="ADAL" clId="{010EE717-FAC0-4EBA-910E-E2AABCB5CFF1}"/>
    <pc:docChg chg="undo redo custSel addSld delSld modSld sldOrd addSection delSection">
      <pc:chgData name="ΜΑΡΙΑ ΣΠΥΡΙΔΟΥΛΑ ΚΑΡΑΒΙΑ" userId="6f88f6f8-6196-49bd-9df0-a8868bf7e609" providerId="ADAL" clId="{010EE717-FAC0-4EBA-910E-E2AABCB5CFF1}" dt="2025-09-05T13:11:47.616" v="7630" actId="20577"/>
      <pc:docMkLst>
        <pc:docMk/>
      </pc:docMkLst>
      <pc:sldChg chg="addSp delSp modSp new mod modTransition setBg modClrScheme modAnim chgLayout">
        <pc:chgData name="ΜΑΡΙΑ ΣΠΥΡΙΔΟΥΛΑ ΚΑΡΑΒΙΑ" userId="6f88f6f8-6196-49bd-9df0-a8868bf7e609" providerId="ADAL" clId="{010EE717-FAC0-4EBA-910E-E2AABCB5CFF1}" dt="2025-09-04T10:19:48.993" v="5109" actId="20577"/>
        <pc:sldMkLst>
          <pc:docMk/>
          <pc:sldMk cId="3915459498" sldId="256"/>
        </pc:sldMkLst>
        <pc:spChg chg="mod ord">
          <ac:chgData name="ΜΑΡΙΑ ΣΠΥΡΙΔΟΥΛΑ ΚΑΡΑΒΙΑ" userId="6f88f6f8-6196-49bd-9df0-a8868bf7e609" providerId="ADAL" clId="{010EE717-FAC0-4EBA-910E-E2AABCB5CFF1}" dt="2025-09-03T18:21:06.390" v="5102" actId="14100"/>
          <ac:spMkLst>
            <pc:docMk/>
            <pc:sldMk cId="3915459498" sldId="256"/>
            <ac:spMk id="2" creationId="{AC353CEC-9A2F-7895-A195-D3872A6A2D3D}"/>
          </ac:spMkLst>
        </pc:spChg>
        <pc:spChg chg="add del mod ord">
          <ac:chgData name="ΜΑΡΙΑ ΣΠΥΡΙΔΟΥΛΑ ΚΑΡΑΒΙΑ" userId="6f88f6f8-6196-49bd-9df0-a8868bf7e609" providerId="ADAL" clId="{010EE717-FAC0-4EBA-910E-E2AABCB5CFF1}" dt="2025-09-04T10:19:48.993" v="5109" actId="20577"/>
          <ac:spMkLst>
            <pc:docMk/>
            <pc:sldMk cId="3915459498" sldId="256"/>
            <ac:spMk id="3" creationId="{C60B8201-DCDD-B7F4-D4D8-B480BA5BEA0C}"/>
          </ac:spMkLst>
        </pc:spChg>
        <pc:spChg chg="add">
          <ac:chgData name="ΜΑΡΙΑ ΣΠΥΡΙΔΟΥΛΑ ΚΑΡΑΒΙΑ" userId="6f88f6f8-6196-49bd-9df0-a8868bf7e609" providerId="ADAL" clId="{010EE717-FAC0-4EBA-910E-E2AABCB5CFF1}" dt="2025-09-03T13:00:43.754" v="3454" actId="26606"/>
          <ac:spMkLst>
            <pc:docMk/>
            <pc:sldMk cId="3915459498" sldId="256"/>
            <ac:spMk id="28" creationId="{AF2F604E-43BE-4DC3-B983-E071523364F8}"/>
          </ac:spMkLst>
        </pc:spChg>
        <pc:spChg chg="add">
          <ac:chgData name="ΜΑΡΙΑ ΣΠΥΡΙΔΟΥΛΑ ΚΑΡΑΒΙΑ" userId="6f88f6f8-6196-49bd-9df0-a8868bf7e609" providerId="ADAL" clId="{010EE717-FAC0-4EBA-910E-E2AABCB5CFF1}" dt="2025-09-03T13:00:43.754" v="3454" actId="26606"/>
          <ac:spMkLst>
            <pc:docMk/>
            <pc:sldMk cId="3915459498" sldId="256"/>
            <ac:spMk id="29" creationId="{E91DC736-0EF8-4F87-9146-EBF1D2EE4D3D}"/>
          </ac:spMkLst>
        </pc:spChg>
        <pc:spChg chg="add">
          <ac:chgData name="ΜΑΡΙΑ ΣΠΥΡΙΔΟΥΛΑ ΚΑΡΑΒΙΑ" userId="6f88f6f8-6196-49bd-9df0-a8868bf7e609" providerId="ADAL" clId="{010EE717-FAC0-4EBA-910E-E2AABCB5CFF1}" dt="2025-09-03T13:00:43.754" v="3454" actId="26606"/>
          <ac:spMkLst>
            <pc:docMk/>
            <pc:sldMk cId="3915459498" sldId="256"/>
            <ac:spMk id="30" creationId="{08C9B587-E65E-4B52-B37C-ABEBB6E87928}"/>
          </ac:spMkLst>
        </pc:spChg>
        <pc:spChg chg="add">
          <ac:chgData name="ΜΑΡΙΑ ΣΠΥΡΙΔΟΥΛΑ ΚΑΡΑΒΙΑ" userId="6f88f6f8-6196-49bd-9df0-a8868bf7e609" providerId="ADAL" clId="{010EE717-FAC0-4EBA-910E-E2AABCB5CFF1}" dt="2025-09-03T13:00:43.754" v="3454" actId="26606"/>
          <ac:spMkLst>
            <pc:docMk/>
            <pc:sldMk cId="3915459498" sldId="256"/>
            <ac:spMk id="31" creationId="{097CD68E-23E3-4007-8847-CD0944C4F7BE}"/>
          </ac:spMkLst>
        </pc:spChg>
        <pc:picChg chg="add mod">
          <ac:chgData name="ΜΑΡΙΑ ΣΠΥΡΙΔΟΥΛΑ ΚΑΡΑΒΙΑ" userId="6f88f6f8-6196-49bd-9df0-a8868bf7e609" providerId="ADAL" clId="{010EE717-FAC0-4EBA-910E-E2AABCB5CFF1}" dt="2025-09-03T18:14:14.144" v="5089" actId="1076"/>
          <ac:picMkLst>
            <pc:docMk/>
            <pc:sldMk cId="3915459498" sldId="256"/>
            <ac:picMk id="4" creationId="{D1F41B43-8A59-76B9-2030-30B8677D9E15}"/>
          </ac:picMkLst>
        </pc:picChg>
        <pc:picChg chg="add mod ord">
          <ac:chgData name="ΜΑΡΙΑ ΣΠΥΡΙΔΟΥΛΑ ΚΑΡΑΒΙΑ" userId="6f88f6f8-6196-49bd-9df0-a8868bf7e609" providerId="ADAL" clId="{010EE717-FAC0-4EBA-910E-E2AABCB5CFF1}" dt="2025-09-03T13:00:43.734" v="3453" actId="26606"/>
          <ac:picMkLst>
            <pc:docMk/>
            <pc:sldMk cId="3915459498" sldId="256"/>
            <ac:picMk id="8" creationId="{B40B8925-69CA-FD52-0615-8E39C61AC7B4}"/>
          </ac:picMkLst>
        </pc:picChg>
      </pc:sldChg>
      <pc:sldChg chg="addSp delSp modSp new mod modTransition setBg modClrScheme modAnim chgLayout">
        <pc:chgData name="ΜΑΡΙΑ ΣΠΥΡΙΔΟΥΛΑ ΚΑΡΑΒΙΑ" userId="6f88f6f8-6196-49bd-9df0-a8868bf7e609" providerId="ADAL" clId="{010EE717-FAC0-4EBA-910E-E2AABCB5CFF1}" dt="2025-09-04T12:48:53.142" v="5200" actId="27636"/>
        <pc:sldMkLst>
          <pc:docMk/>
          <pc:sldMk cId="1265830560" sldId="257"/>
        </pc:sldMkLst>
        <pc:spChg chg="mod ord">
          <ac:chgData name="ΜΑΡΙΑ ΣΠΥΡΙΔΟΥΛΑ ΚΑΡΑΒΙΑ" userId="6f88f6f8-6196-49bd-9df0-a8868bf7e609" providerId="ADAL" clId="{010EE717-FAC0-4EBA-910E-E2AABCB5CFF1}" dt="2025-09-03T14:08:53.169" v="3651" actId="1076"/>
          <ac:spMkLst>
            <pc:docMk/>
            <pc:sldMk cId="1265830560" sldId="257"/>
            <ac:spMk id="2" creationId="{CDA157C8-5949-AAF6-8EB5-99133E08FF74}"/>
          </ac:spMkLst>
        </pc:spChg>
        <pc:spChg chg="add del mod ord">
          <ac:chgData name="ΜΑΡΙΑ ΣΠΥΡΙΔΟΥΛΑ ΚΑΡΑΒΙΑ" userId="6f88f6f8-6196-49bd-9df0-a8868bf7e609" providerId="ADAL" clId="{010EE717-FAC0-4EBA-910E-E2AABCB5CFF1}" dt="2025-09-04T12:48:53.142" v="5200" actId="27636"/>
          <ac:spMkLst>
            <pc:docMk/>
            <pc:sldMk cId="1265830560" sldId="257"/>
            <ac:spMk id="3" creationId="{BA8DCBCF-5920-EC4F-C0AF-A05A75C0E60D}"/>
          </ac:spMkLst>
        </pc:spChg>
        <pc:spChg chg="add mod">
          <ac:chgData name="ΜΑΡΙΑ ΣΠΥΡΙΔΟΥΛΑ ΚΑΡΑΒΙΑ" userId="6f88f6f8-6196-49bd-9df0-a8868bf7e609" providerId="ADAL" clId="{010EE717-FAC0-4EBA-910E-E2AABCB5CFF1}" dt="2025-09-04T12:48:03.517" v="5185" actId="2711"/>
          <ac:spMkLst>
            <pc:docMk/>
            <pc:sldMk cId="1265830560" sldId="257"/>
            <ac:spMk id="5" creationId="{0DE698C1-DAF0-67E1-D15A-CA5066F83DA6}"/>
          </ac:spMkLst>
        </pc:spChg>
        <pc:spChg chg="add mod">
          <ac:chgData name="ΜΑΡΙΑ ΣΠΥΡΙΔΟΥΛΑ ΚΑΡΑΒΙΑ" userId="6f88f6f8-6196-49bd-9df0-a8868bf7e609" providerId="ADAL" clId="{010EE717-FAC0-4EBA-910E-E2AABCB5CFF1}" dt="2025-09-04T12:47:14.533" v="5180" actId="1076"/>
          <ac:spMkLst>
            <pc:docMk/>
            <pc:sldMk cId="1265830560" sldId="257"/>
            <ac:spMk id="6" creationId="{667774B6-AA26-8342-67A9-5B26171ECDC2}"/>
          </ac:spMkLst>
        </pc:spChg>
      </pc:sldChg>
      <pc:sldChg chg="addSp delSp modSp new mod modTransition modAnim">
        <pc:chgData name="ΜΑΡΙΑ ΣΠΥΡΙΔΟΥΛΑ ΚΑΡΑΒΙΑ" userId="6f88f6f8-6196-49bd-9df0-a8868bf7e609" providerId="ADAL" clId="{010EE717-FAC0-4EBA-910E-E2AABCB5CFF1}" dt="2025-09-04T14:25:30.775" v="5443"/>
        <pc:sldMkLst>
          <pc:docMk/>
          <pc:sldMk cId="4157327820" sldId="258"/>
        </pc:sldMkLst>
        <pc:spChg chg="mod">
          <ac:chgData name="ΜΑΡΙΑ ΣΠΥΡΙΔΟΥΛΑ ΚΑΡΑΒΙΑ" userId="6f88f6f8-6196-49bd-9df0-a8868bf7e609" providerId="ADAL" clId="{010EE717-FAC0-4EBA-910E-E2AABCB5CFF1}" dt="2025-09-03T14:34:30.560" v="4092" actId="20577"/>
          <ac:spMkLst>
            <pc:docMk/>
            <pc:sldMk cId="4157327820" sldId="258"/>
            <ac:spMk id="2" creationId="{7C04E229-2E31-38FF-CDCD-F3CE01BAF73B}"/>
          </ac:spMkLst>
        </pc:spChg>
        <pc:spChg chg="mod">
          <ac:chgData name="ΜΑΡΙΑ ΣΠΥΡΙΔΟΥΛΑ ΚΑΡΑΒΙΑ" userId="6f88f6f8-6196-49bd-9df0-a8868bf7e609" providerId="ADAL" clId="{010EE717-FAC0-4EBA-910E-E2AABCB5CFF1}" dt="2025-09-04T14:24:51.108" v="5437" actId="207"/>
          <ac:spMkLst>
            <pc:docMk/>
            <pc:sldMk cId="4157327820" sldId="258"/>
            <ac:spMk id="3" creationId="{2155F3F5-2700-D3E6-262D-67A53CD570CE}"/>
          </ac:spMkLst>
        </pc:spChg>
        <pc:spChg chg="add mod">
          <ac:chgData name="ΜΑΡΙΑ ΣΠΥΡΙΔΟΥΛΑ ΚΑΡΑΒΙΑ" userId="6f88f6f8-6196-49bd-9df0-a8868bf7e609" providerId="ADAL" clId="{010EE717-FAC0-4EBA-910E-E2AABCB5CFF1}" dt="2025-09-04T14:04:28.126" v="5255" actId="1076"/>
          <ac:spMkLst>
            <pc:docMk/>
            <pc:sldMk cId="4157327820" sldId="258"/>
            <ac:spMk id="4" creationId="{93083A5E-A212-52AA-C032-09D7466EF98A}"/>
          </ac:spMkLst>
        </pc:spChg>
        <pc:spChg chg="add mod">
          <ac:chgData name="ΜΑΡΙΑ ΣΠΥΡΙΔΟΥΛΑ ΚΑΡΑΒΙΑ" userId="6f88f6f8-6196-49bd-9df0-a8868bf7e609" providerId="ADAL" clId="{010EE717-FAC0-4EBA-910E-E2AABCB5CFF1}" dt="2025-09-04T14:05:13.432" v="5264" actId="1076"/>
          <ac:spMkLst>
            <pc:docMk/>
            <pc:sldMk cId="4157327820" sldId="258"/>
            <ac:spMk id="5" creationId="{CE3F7D7A-395F-880F-105A-853439349453}"/>
          </ac:spMkLst>
        </pc:spChg>
        <pc:spChg chg="add mod">
          <ac:chgData name="ΜΑΡΙΑ ΣΠΥΡΙΔΟΥΛΑ ΚΑΡΑΒΙΑ" userId="6f88f6f8-6196-49bd-9df0-a8868bf7e609" providerId="ADAL" clId="{010EE717-FAC0-4EBA-910E-E2AABCB5CFF1}" dt="2025-09-04T14:13:45.998" v="5332" actId="1076"/>
          <ac:spMkLst>
            <pc:docMk/>
            <pc:sldMk cId="4157327820" sldId="258"/>
            <ac:spMk id="6" creationId="{990C578B-9398-1744-A64D-EFAC997B0605}"/>
          </ac:spMkLst>
        </pc:spChg>
        <pc:spChg chg="add mod">
          <ac:chgData name="ΜΑΡΙΑ ΣΠΥΡΙΔΟΥΛΑ ΚΑΡΑΒΙΑ" userId="6f88f6f8-6196-49bd-9df0-a8868bf7e609" providerId="ADAL" clId="{010EE717-FAC0-4EBA-910E-E2AABCB5CFF1}" dt="2025-09-04T14:20:56.278" v="5402" actId="12"/>
          <ac:spMkLst>
            <pc:docMk/>
            <pc:sldMk cId="4157327820" sldId="258"/>
            <ac:spMk id="7" creationId="{1B64B9EA-C67B-C607-1ADE-5AB826FEDF17}"/>
          </ac:spMkLst>
        </pc:spChg>
        <pc:spChg chg="add mod">
          <ac:chgData name="ΜΑΡΙΑ ΣΠΥΡΙΔΟΥΛΑ ΚΑΡΑΒΙΑ" userId="6f88f6f8-6196-49bd-9df0-a8868bf7e609" providerId="ADAL" clId="{010EE717-FAC0-4EBA-910E-E2AABCB5CFF1}" dt="2025-09-04T14:20:50.148" v="5401" actId="12"/>
          <ac:spMkLst>
            <pc:docMk/>
            <pc:sldMk cId="4157327820" sldId="258"/>
            <ac:spMk id="9" creationId="{96775F8E-C73B-8393-CDC2-203A8C2B59D1}"/>
          </ac:spMkLst>
        </pc:spChg>
        <pc:spChg chg="add mod">
          <ac:chgData name="ΜΑΡΙΑ ΣΠΥΡΙΔΟΥΛΑ ΚΑΡΑΒΙΑ" userId="6f88f6f8-6196-49bd-9df0-a8868bf7e609" providerId="ADAL" clId="{010EE717-FAC0-4EBA-910E-E2AABCB5CFF1}" dt="2025-09-04T14:20:42.707" v="5399" actId="12"/>
          <ac:spMkLst>
            <pc:docMk/>
            <pc:sldMk cId="4157327820" sldId="258"/>
            <ac:spMk id="10" creationId="{BBF24690-2E86-B9DD-21AD-3FB26544C09C}"/>
          </ac:spMkLst>
        </pc:spChg>
        <pc:spChg chg="add mod">
          <ac:chgData name="ΜΑΡΙΑ ΣΠΥΡΙΔΟΥΛΑ ΚΑΡΑΒΙΑ" userId="6f88f6f8-6196-49bd-9df0-a8868bf7e609" providerId="ADAL" clId="{010EE717-FAC0-4EBA-910E-E2AABCB5CFF1}" dt="2025-09-04T14:24:00.798" v="5428" actId="1076"/>
          <ac:spMkLst>
            <pc:docMk/>
            <pc:sldMk cId="4157327820" sldId="258"/>
            <ac:spMk id="11" creationId="{CF68C8D2-005F-E2A8-A6D9-A24C7BAFBEB6}"/>
          </ac:spMkLst>
        </pc:spChg>
      </pc:sldChg>
      <pc:sldChg chg="addSp delSp modSp new mod modTransition modAnim">
        <pc:chgData name="ΜΑΡΙΑ ΣΠΥΡΙΔΟΥΛΑ ΚΑΡΑΒΙΑ" userId="6f88f6f8-6196-49bd-9df0-a8868bf7e609" providerId="ADAL" clId="{010EE717-FAC0-4EBA-910E-E2AABCB5CFF1}" dt="2025-09-05T09:57:47.737" v="7010"/>
        <pc:sldMkLst>
          <pc:docMk/>
          <pc:sldMk cId="11296935" sldId="259"/>
        </pc:sldMkLst>
        <pc:spChg chg="mod">
          <ac:chgData name="ΜΑΡΙΑ ΣΠΥΡΙΔΟΥΛΑ ΚΑΡΑΒΙΑ" userId="6f88f6f8-6196-49bd-9df0-a8868bf7e609" providerId="ADAL" clId="{010EE717-FAC0-4EBA-910E-E2AABCB5CFF1}" dt="2025-09-04T14:55:45.485" v="5842" actId="122"/>
          <ac:spMkLst>
            <pc:docMk/>
            <pc:sldMk cId="11296935" sldId="259"/>
            <ac:spMk id="2" creationId="{529BDD70-E256-6F70-BFF4-0111BAA85DAE}"/>
          </ac:spMkLst>
        </pc:spChg>
        <pc:spChg chg="mod">
          <ac:chgData name="ΜΑΡΙΑ ΣΠΥΡΙΔΟΥΛΑ ΚΑΡΑΒΙΑ" userId="6f88f6f8-6196-49bd-9df0-a8868bf7e609" providerId="ADAL" clId="{010EE717-FAC0-4EBA-910E-E2AABCB5CFF1}" dt="2025-09-05T09:56:12.505" v="6991" actId="1076"/>
          <ac:spMkLst>
            <pc:docMk/>
            <pc:sldMk cId="11296935" sldId="259"/>
            <ac:spMk id="3" creationId="{FD384930-AF8A-8DFF-625C-023A902138BC}"/>
          </ac:spMkLst>
        </pc:spChg>
        <pc:spChg chg="add mod">
          <ac:chgData name="ΜΑΡΙΑ ΣΠΥΡΙΔΟΥΛΑ ΚΑΡΑΒΙΑ" userId="6f88f6f8-6196-49bd-9df0-a8868bf7e609" providerId="ADAL" clId="{010EE717-FAC0-4EBA-910E-E2AABCB5CFF1}" dt="2025-09-05T09:55:40.240" v="6980" actId="20577"/>
          <ac:spMkLst>
            <pc:docMk/>
            <pc:sldMk cId="11296935" sldId="259"/>
            <ac:spMk id="5" creationId="{6B8F2627-0985-95E2-5769-1D5E034E8A2A}"/>
          </ac:spMkLst>
        </pc:spChg>
        <pc:graphicFrameChg chg="add mod modGraphic">
          <ac:chgData name="ΜΑΡΙΑ ΣΠΥΡΙΔΟΥΛΑ ΚΑΡΑΒΙΑ" userId="6f88f6f8-6196-49bd-9df0-a8868bf7e609" providerId="ADAL" clId="{010EE717-FAC0-4EBA-910E-E2AABCB5CFF1}" dt="2025-09-05T09:56:29.365" v="6993" actId="14100"/>
          <ac:graphicFrameMkLst>
            <pc:docMk/>
            <pc:sldMk cId="11296935" sldId="259"/>
            <ac:graphicFrameMk id="6" creationId="{FF61D1FA-E956-279A-E876-B7FEFADE5EA7}"/>
          </ac:graphicFrameMkLst>
        </pc:graphicFrameChg>
      </pc:sldChg>
      <pc:sldChg chg="modSp new mod ord modTransition">
        <pc:chgData name="ΜΑΡΙΑ ΣΠΥΡΙΔΟΥΛΑ ΚΑΡΑΒΙΑ" userId="6f88f6f8-6196-49bd-9df0-a8868bf7e609" providerId="ADAL" clId="{010EE717-FAC0-4EBA-910E-E2AABCB5CFF1}" dt="2025-09-05T11:06:13.059" v="7141" actId="5793"/>
        <pc:sldMkLst>
          <pc:docMk/>
          <pc:sldMk cId="2333648772" sldId="260"/>
        </pc:sldMkLst>
        <pc:spChg chg="mod">
          <ac:chgData name="ΜΑΡΙΑ ΣΠΥΡΙΔΟΥΛΑ ΚΑΡΑΒΙΑ" userId="6f88f6f8-6196-49bd-9df0-a8868bf7e609" providerId="ADAL" clId="{010EE717-FAC0-4EBA-910E-E2AABCB5CFF1}" dt="2025-09-03T15:22:07.960" v="4947" actId="2711"/>
          <ac:spMkLst>
            <pc:docMk/>
            <pc:sldMk cId="2333648772" sldId="260"/>
            <ac:spMk id="2" creationId="{5BBC2E78-B2AE-62B0-507F-49FFF28E78B2}"/>
          </ac:spMkLst>
        </pc:spChg>
        <pc:spChg chg="mod">
          <ac:chgData name="ΜΑΡΙΑ ΣΠΥΡΙΔΟΥΛΑ ΚΑΡΑΒΙΑ" userId="6f88f6f8-6196-49bd-9df0-a8868bf7e609" providerId="ADAL" clId="{010EE717-FAC0-4EBA-910E-E2AABCB5CFF1}" dt="2025-09-05T11:06:13.059" v="7141" actId="5793"/>
          <ac:spMkLst>
            <pc:docMk/>
            <pc:sldMk cId="2333648772" sldId="260"/>
            <ac:spMk id="3" creationId="{2ECBA8DF-F51A-8B69-A0B2-204113BA9857}"/>
          </ac:spMkLst>
        </pc:spChg>
      </pc:sldChg>
      <pc:sldChg chg="addSp delSp modSp new mod ord modTransition delAnim modAnim">
        <pc:chgData name="ΜΑΡΙΑ ΣΠΥΡΙΔΟΥΛΑ ΚΑΡΑΒΙΑ" userId="6f88f6f8-6196-49bd-9df0-a8868bf7e609" providerId="ADAL" clId="{010EE717-FAC0-4EBA-910E-E2AABCB5CFF1}" dt="2025-09-05T12:25:02.675" v="7285" actId="404"/>
        <pc:sldMkLst>
          <pc:docMk/>
          <pc:sldMk cId="400186018" sldId="261"/>
        </pc:sldMkLst>
        <pc:spChg chg="mod">
          <ac:chgData name="ΜΑΡΙΑ ΣΠΥΡΙΔΟΥΛΑ ΚΑΡΑΒΙΑ" userId="6f88f6f8-6196-49bd-9df0-a8868bf7e609" providerId="ADAL" clId="{010EE717-FAC0-4EBA-910E-E2AABCB5CFF1}" dt="2025-09-03T14:57:18.967" v="4305" actId="1076"/>
          <ac:spMkLst>
            <pc:docMk/>
            <pc:sldMk cId="400186018" sldId="261"/>
            <ac:spMk id="2" creationId="{CDFD3F69-4F58-AE92-6403-DB58DD72686C}"/>
          </ac:spMkLst>
        </pc:spChg>
        <pc:spChg chg="mod">
          <ac:chgData name="ΜΑΡΙΑ ΣΠΥΡΙΔΟΥΛΑ ΚΑΡΑΒΙΑ" userId="6f88f6f8-6196-49bd-9df0-a8868bf7e609" providerId="ADAL" clId="{010EE717-FAC0-4EBA-910E-E2AABCB5CFF1}" dt="2025-09-05T12:22:55.880" v="7275" actId="5793"/>
          <ac:spMkLst>
            <pc:docMk/>
            <pc:sldMk cId="400186018" sldId="261"/>
            <ac:spMk id="3" creationId="{CF35AC4F-9091-9A06-611A-C5779B72467E}"/>
          </ac:spMkLst>
        </pc:spChg>
        <pc:spChg chg="add mod">
          <ac:chgData name="ΜΑΡΙΑ ΣΠΥΡΙΔΟΥΛΑ ΚΑΡΑΒΙΑ" userId="6f88f6f8-6196-49bd-9df0-a8868bf7e609" providerId="ADAL" clId="{010EE717-FAC0-4EBA-910E-E2AABCB5CFF1}" dt="2025-09-05T12:23:19.041" v="7277" actId="13926"/>
          <ac:spMkLst>
            <pc:docMk/>
            <pc:sldMk cId="400186018" sldId="261"/>
            <ac:spMk id="6" creationId="{01B14ED3-FBE9-E63A-8DA1-1F48B5803643}"/>
          </ac:spMkLst>
        </pc:spChg>
        <pc:graphicFrameChg chg="add mod modGraphic">
          <ac:chgData name="ΜΑΡΙΑ ΣΠΥΡΙΔΟΥΛΑ ΚΑΡΑΒΙΑ" userId="6f88f6f8-6196-49bd-9df0-a8868bf7e609" providerId="ADAL" clId="{010EE717-FAC0-4EBA-910E-E2AABCB5CFF1}" dt="2025-09-05T12:25:02.675" v="7285" actId="404"/>
          <ac:graphicFrameMkLst>
            <pc:docMk/>
            <pc:sldMk cId="400186018" sldId="261"/>
            <ac:graphicFrameMk id="4" creationId="{71068219-E829-08E1-1FF0-3BA2A27FC373}"/>
          </ac:graphicFrameMkLst>
        </pc:graphicFrameChg>
      </pc:sldChg>
      <pc:sldChg chg="modSp new mod modTransition modAnim">
        <pc:chgData name="ΜΑΡΙΑ ΣΠΥΡΙΔΟΥΛΑ ΚΑΡΑΒΙΑ" userId="6f88f6f8-6196-49bd-9df0-a8868bf7e609" providerId="ADAL" clId="{010EE717-FAC0-4EBA-910E-E2AABCB5CFF1}" dt="2025-09-03T15:00:28.139" v="4337"/>
        <pc:sldMkLst>
          <pc:docMk/>
          <pc:sldMk cId="2047597450" sldId="262"/>
        </pc:sldMkLst>
        <pc:spChg chg="mod">
          <ac:chgData name="ΜΑΡΙΑ ΣΠΥΡΙΔΟΥΛΑ ΚΑΡΑΒΙΑ" userId="6f88f6f8-6196-49bd-9df0-a8868bf7e609" providerId="ADAL" clId="{010EE717-FAC0-4EBA-910E-E2AABCB5CFF1}" dt="2025-09-03T14:45:40.398" v="4143" actId="2711"/>
          <ac:spMkLst>
            <pc:docMk/>
            <pc:sldMk cId="2047597450" sldId="262"/>
            <ac:spMk id="2" creationId="{D7299208-B4BD-CD85-AF87-66A7CFD035AA}"/>
          </ac:spMkLst>
        </pc:spChg>
        <pc:spChg chg="mod">
          <ac:chgData name="ΜΑΡΙΑ ΣΠΥΡΙΔΟΥΛΑ ΚΑΡΑΒΙΑ" userId="6f88f6f8-6196-49bd-9df0-a8868bf7e609" providerId="ADAL" clId="{010EE717-FAC0-4EBA-910E-E2AABCB5CFF1}" dt="2025-09-03T15:00:00.606" v="4329" actId="5793"/>
          <ac:spMkLst>
            <pc:docMk/>
            <pc:sldMk cId="2047597450" sldId="262"/>
            <ac:spMk id="3" creationId="{37D4F9BC-4E25-B2CD-5227-3AAFA7B8121B}"/>
          </ac:spMkLst>
        </pc:spChg>
      </pc:sldChg>
      <pc:sldChg chg="modSp new mod modTransition">
        <pc:chgData name="ΜΑΡΙΑ ΣΠΥΡΙΔΟΥΛΑ ΚΑΡΑΒΙΑ" userId="6f88f6f8-6196-49bd-9df0-a8868bf7e609" providerId="ADAL" clId="{010EE717-FAC0-4EBA-910E-E2AABCB5CFF1}" dt="2025-09-04T12:39:58.498" v="5153" actId="122"/>
        <pc:sldMkLst>
          <pc:docMk/>
          <pc:sldMk cId="906266195" sldId="263"/>
        </pc:sldMkLst>
        <pc:spChg chg="mod">
          <ac:chgData name="ΜΑΡΙΑ ΣΠΥΡΙΔΟΥΛΑ ΚΑΡΑΒΙΑ" userId="6f88f6f8-6196-49bd-9df0-a8868bf7e609" providerId="ADAL" clId="{010EE717-FAC0-4EBA-910E-E2AABCB5CFF1}" dt="2025-09-04T12:39:58.498" v="5153" actId="122"/>
          <ac:spMkLst>
            <pc:docMk/>
            <pc:sldMk cId="906266195" sldId="263"/>
            <ac:spMk id="2" creationId="{207DEBE9-1F91-A514-D6B5-5366C1A877F3}"/>
          </ac:spMkLst>
        </pc:spChg>
        <pc:spChg chg="mod">
          <ac:chgData name="ΜΑΡΙΑ ΣΠΥΡΙΔΟΥΛΑ ΚΑΡΑΒΙΑ" userId="6f88f6f8-6196-49bd-9df0-a8868bf7e609" providerId="ADAL" clId="{010EE717-FAC0-4EBA-910E-E2AABCB5CFF1}" dt="2025-09-04T12:39:42.523" v="5149" actId="2711"/>
          <ac:spMkLst>
            <pc:docMk/>
            <pc:sldMk cId="906266195" sldId="263"/>
            <ac:spMk id="3" creationId="{B849D3A2-3E8C-388A-115E-8FBAFE0187FA}"/>
          </ac:spMkLst>
        </pc:spChg>
      </pc:sldChg>
      <pc:sldChg chg="addSp delSp modSp new mod ord modTransition setBg modClrScheme modAnim chgLayout">
        <pc:chgData name="ΜΑΡΙΑ ΣΠΥΡΙΔΟΥΛΑ ΚΑΡΑΒΙΑ" userId="6f88f6f8-6196-49bd-9df0-a8868bf7e609" providerId="ADAL" clId="{010EE717-FAC0-4EBA-910E-E2AABCB5CFF1}" dt="2025-09-05T12:37:27.695" v="7391" actId="12"/>
        <pc:sldMkLst>
          <pc:docMk/>
          <pc:sldMk cId="3765345206" sldId="264"/>
        </pc:sldMkLst>
        <pc:spChg chg="mod ord">
          <ac:chgData name="ΜΑΡΙΑ ΣΠΥΡΙΔΟΥΛΑ ΚΑΡΑΒΙΑ" userId="6f88f6f8-6196-49bd-9df0-a8868bf7e609" providerId="ADAL" clId="{010EE717-FAC0-4EBA-910E-E2AABCB5CFF1}" dt="2025-09-03T13:20:06.078" v="3541" actId="122"/>
          <ac:spMkLst>
            <pc:docMk/>
            <pc:sldMk cId="3765345206" sldId="264"/>
            <ac:spMk id="2" creationId="{832FE8F0-E316-C528-D07C-B8E43C700982}"/>
          </ac:spMkLst>
        </pc:spChg>
        <pc:spChg chg="add mod">
          <ac:chgData name="ΜΑΡΙΑ ΣΠΥΡΙΔΟΥΛΑ ΚΑΡΑΒΙΑ" userId="6f88f6f8-6196-49bd-9df0-a8868bf7e609" providerId="ADAL" clId="{010EE717-FAC0-4EBA-910E-E2AABCB5CFF1}" dt="2025-09-03T13:16:00.624" v="3527" actId="2711"/>
          <ac:spMkLst>
            <pc:docMk/>
            <pc:sldMk cId="3765345206" sldId="264"/>
            <ac:spMk id="5" creationId="{41E05986-4044-4618-10A0-58AAE596D38F}"/>
          </ac:spMkLst>
        </pc:spChg>
        <pc:spChg chg="add mod">
          <ac:chgData name="ΜΑΡΙΑ ΣΠΥΡΙΔΟΥΛΑ ΚΑΡΑΒΙΑ" userId="6f88f6f8-6196-49bd-9df0-a8868bf7e609" providerId="ADAL" clId="{010EE717-FAC0-4EBA-910E-E2AABCB5CFF1}" dt="2025-09-05T12:37:27.695" v="7391" actId="12"/>
          <ac:spMkLst>
            <pc:docMk/>
            <pc:sldMk cId="3765345206" sldId="264"/>
            <ac:spMk id="7" creationId="{18FF3B2E-C131-CB42-CE06-F3324AA2AFE9}"/>
          </ac:spMkLst>
        </pc:spChg>
        <pc:spChg chg="add mod">
          <ac:chgData name="ΜΑΡΙΑ ΣΠΥΡΙΔΟΥΛΑ ΚΑΡΑΒΙΑ" userId="6f88f6f8-6196-49bd-9df0-a8868bf7e609" providerId="ADAL" clId="{010EE717-FAC0-4EBA-910E-E2AABCB5CFF1}" dt="2025-09-05T12:36:04.408" v="7345" actId="13926"/>
          <ac:spMkLst>
            <pc:docMk/>
            <pc:sldMk cId="3765345206" sldId="264"/>
            <ac:spMk id="8" creationId="{4611BC94-B9D2-1944-4B36-82D38A6C1684}"/>
          </ac:spMkLst>
        </pc:spChg>
        <pc:graphicFrameChg chg="add mod ord modGraphic">
          <ac:chgData name="ΜΑΡΙΑ ΣΠΥΡΙΔΟΥΛΑ ΚΑΡΑΒΙΑ" userId="6f88f6f8-6196-49bd-9df0-a8868bf7e609" providerId="ADAL" clId="{010EE717-FAC0-4EBA-910E-E2AABCB5CFF1}" dt="2025-09-03T13:17:50.430" v="3534"/>
          <ac:graphicFrameMkLst>
            <pc:docMk/>
            <pc:sldMk cId="3765345206" sldId="264"/>
            <ac:graphicFrameMk id="4" creationId="{47DE50D7-BAE4-744D-3589-74D7536C46F9}"/>
          </ac:graphicFrameMkLst>
        </pc:graphicFrameChg>
      </pc:sldChg>
      <pc:sldChg chg="addSp delSp modSp new del mod ord setBg delAnim modAnim">
        <pc:chgData name="ΜΑΡΙΑ ΣΠΥΡΙΔΟΥΛΑ ΚΑΡΑΒΙΑ" userId="6f88f6f8-6196-49bd-9df0-a8868bf7e609" providerId="ADAL" clId="{010EE717-FAC0-4EBA-910E-E2AABCB5CFF1}" dt="2025-09-04T14:35:59.769" v="5500" actId="2696"/>
        <pc:sldMkLst>
          <pc:docMk/>
          <pc:sldMk cId="2084323353" sldId="265"/>
        </pc:sldMkLst>
      </pc:sldChg>
      <pc:sldChg chg="addSp delSp modSp new mod ord setBg modClrScheme modAnim chgLayout">
        <pc:chgData name="ΜΑΡΙΑ ΣΠΥΡΙΔΟΥΛΑ ΚΑΡΑΒΙΑ" userId="6f88f6f8-6196-49bd-9df0-a8868bf7e609" providerId="ADAL" clId="{010EE717-FAC0-4EBA-910E-E2AABCB5CFF1}" dt="2025-09-05T10:24:35.943" v="7017"/>
        <pc:sldMkLst>
          <pc:docMk/>
          <pc:sldMk cId="2244648478" sldId="266"/>
        </pc:sldMkLst>
      </pc:sldChg>
      <pc:sldChg chg="modSp new mod ord">
        <pc:chgData name="ΜΑΡΙΑ ΣΠΥΡΙΔΟΥΛΑ ΚΑΡΑΒΙΑ" userId="6f88f6f8-6196-49bd-9df0-a8868bf7e609" providerId="ADAL" clId="{010EE717-FAC0-4EBA-910E-E2AABCB5CFF1}" dt="2025-09-05T09:26:52.040" v="6317" actId="403"/>
        <pc:sldMkLst>
          <pc:docMk/>
          <pc:sldMk cId="2017234212" sldId="267"/>
        </pc:sldMkLst>
        <pc:spChg chg="mod">
          <ac:chgData name="ΜΑΡΙΑ ΣΠΥΡΙΔΟΥΛΑ ΚΑΡΑΒΙΑ" userId="6f88f6f8-6196-49bd-9df0-a8868bf7e609" providerId="ADAL" clId="{010EE717-FAC0-4EBA-910E-E2AABCB5CFF1}" dt="2025-09-04T14:54:36.624" v="5839" actId="27636"/>
          <ac:spMkLst>
            <pc:docMk/>
            <pc:sldMk cId="2017234212" sldId="267"/>
            <ac:spMk id="2" creationId="{A71B816E-AD2E-5B9A-588B-F0062F6E35E1}"/>
          </ac:spMkLst>
        </pc:spChg>
        <pc:spChg chg="mod">
          <ac:chgData name="ΜΑΡΙΑ ΣΠΥΡΙΔΟΥΛΑ ΚΑΡΑΒΙΑ" userId="6f88f6f8-6196-49bd-9df0-a8868bf7e609" providerId="ADAL" clId="{010EE717-FAC0-4EBA-910E-E2AABCB5CFF1}" dt="2025-09-05T09:26:52.040" v="6317" actId="403"/>
          <ac:spMkLst>
            <pc:docMk/>
            <pc:sldMk cId="2017234212" sldId="267"/>
            <ac:spMk id="3" creationId="{04BB98B4-9578-168C-CCF8-4B2196147F69}"/>
          </ac:spMkLst>
        </pc:spChg>
      </pc:sldChg>
      <pc:sldChg chg="addSp delSp modSp new mod ord setBg">
        <pc:chgData name="ΜΑΡΙΑ ΣΠΥΡΙΔΟΥΛΑ ΚΑΡΑΒΙΑ" userId="6f88f6f8-6196-49bd-9df0-a8868bf7e609" providerId="ADAL" clId="{010EE717-FAC0-4EBA-910E-E2AABCB5CFF1}" dt="2025-09-05T12:56:53.172" v="7465" actId="14100"/>
        <pc:sldMkLst>
          <pc:docMk/>
          <pc:sldMk cId="840078996" sldId="268"/>
        </pc:sldMkLst>
      </pc:sldChg>
      <pc:sldChg chg="modSp new mod ord">
        <pc:chgData name="ΜΑΡΙΑ ΣΠΥΡΙΔΟΥΛΑ ΚΑΡΑΒΙΑ" userId="6f88f6f8-6196-49bd-9df0-a8868bf7e609" providerId="ADAL" clId="{010EE717-FAC0-4EBA-910E-E2AABCB5CFF1}" dt="2025-09-05T10:27:45.691" v="7020" actId="20577"/>
        <pc:sldMkLst>
          <pc:docMk/>
          <pc:sldMk cId="286499453" sldId="269"/>
        </pc:sldMkLst>
      </pc:sldChg>
      <pc:sldChg chg="modSp new mod ord">
        <pc:chgData name="ΜΑΡΙΑ ΣΠΥΡΙΔΟΥΛΑ ΚΑΡΑΒΙΑ" userId="6f88f6f8-6196-49bd-9df0-a8868bf7e609" providerId="ADAL" clId="{010EE717-FAC0-4EBA-910E-E2AABCB5CFF1}" dt="2025-09-02T16:28:53.872" v="2557" actId="404"/>
        <pc:sldMkLst>
          <pc:docMk/>
          <pc:sldMk cId="377418480" sldId="270"/>
        </pc:sldMkLst>
      </pc:sldChg>
      <pc:sldChg chg="addSp delSp modSp new mod ord">
        <pc:chgData name="ΜΑΡΙΑ ΣΠΥΡΙΔΟΥΛΑ ΚΑΡΑΒΙΑ" userId="6f88f6f8-6196-49bd-9df0-a8868bf7e609" providerId="ADAL" clId="{010EE717-FAC0-4EBA-910E-E2AABCB5CFF1}" dt="2025-09-05T09:31:30.856" v="6390" actId="2711"/>
        <pc:sldMkLst>
          <pc:docMk/>
          <pc:sldMk cId="3042891968" sldId="271"/>
        </pc:sldMkLst>
        <pc:spChg chg="mod">
          <ac:chgData name="ΜΑΡΙΑ ΣΠΥΡΙΔΟΥΛΑ ΚΑΡΑΒΙΑ" userId="6f88f6f8-6196-49bd-9df0-a8868bf7e609" providerId="ADAL" clId="{010EE717-FAC0-4EBA-910E-E2AABCB5CFF1}" dt="2025-09-05T09:31:30.856" v="6390" actId="2711"/>
          <ac:spMkLst>
            <pc:docMk/>
            <pc:sldMk cId="3042891968" sldId="271"/>
            <ac:spMk id="2" creationId="{3DC8E635-ABB8-5BE8-A8E5-39ABCD8F0792}"/>
          </ac:spMkLst>
        </pc:spChg>
        <pc:spChg chg="add mod">
          <ac:chgData name="ΜΑΡΙΑ ΣΠΥΡΙΔΟΥΛΑ ΚΑΡΑΒΙΑ" userId="6f88f6f8-6196-49bd-9df0-a8868bf7e609" providerId="ADAL" clId="{010EE717-FAC0-4EBA-910E-E2AABCB5CFF1}" dt="2025-09-04T15:13:00.875" v="6001" actId="1076"/>
          <ac:spMkLst>
            <pc:docMk/>
            <pc:sldMk cId="3042891968" sldId="271"/>
            <ac:spMk id="4" creationId="{31DA2EBC-3DBB-3511-41B3-BB6DD241DCE4}"/>
          </ac:spMkLst>
        </pc:spChg>
        <pc:spChg chg="add mod">
          <ac:chgData name="ΜΑΡΙΑ ΣΠΥΡΙΔΟΥΛΑ ΚΑΡΑΒΙΑ" userId="6f88f6f8-6196-49bd-9df0-a8868bf7e609" providerId="ADAL" clId="{010EE717-FAC0-4EBA-910E-E2AABCB5CFF1}" dt="2025-09-05T09:28:30.195" v="6321" actId="403"/>
          <ac:spMkLst>
            <pc:docMk/>
            <pc:sldMk cId="3042891968" sldId="271"/>
            <ac:spMk id="5" creationId="{2E5E77F5-B059-F789-3928-88F103B652EF}"/>
          </ac:spMkLst>
        </pc:spChg>
      </pc:sldChg>
      <pc:sldChg chg="addSp delSp modSp new mod ord modAnim">
        <pc:chgData name="ΜΑΡΙΑ ΣΠΥΡΙΔΟΥΛΑ ΚΑΡΑΒΙΑ" userId="6f88f6f8-6196-49bd-9df0-a8868bf7e609" providerId="ADAL" clId="{010EE717-FAC0-4EBA-910E-E2AABCB5CFF1}" dt="2025-09-05T10:31:22.427" v="7022"/>
        <pc:sldMkLst>
          <pc:docMk/>
          <pc:sldMk cId="3560394099" sldId="272"/>
        </pc:sldMkLst>
        <pc:spChg chg="mod">
          <ac:chgData name="ΜΑΡΙΑ ΣΠΥΡΙΔΟΥΛΑ ΚΑΡΑΒΙΑ" userId="6f88f6f8-6196-49bd-9df0-a8868bf7e609" providerId="ADAL" clId="{010EE717-FAC0-4EBA-910E-E2AABCB5CFF1}" dt="2025-09-05T09:31:32.608" v="6392" actId="20577"/>
          <ac:spMkLst>
            <pc:docMk/>
            <pc:sldMk cId="3560394099" sldId="272"/>
            <ac:spMk id="2" creationId="{ACB5EF34-FD1B-FAF6-7192-642883B08B2B}"/>
          </ac:spMkLst>
        </pc:spChg>
        <pc:graphicFrameChg chg="add del mod modGraphic">
          <ac:chgData name="ΜΑΡΙΑ ΣΠΥΡΙΔΟΥΛΑ ΚΑΡΑΒΙΑ" userId="6f88f6f8-6196-49bd-9df0-a8868bf7e609" providerId="ADAL" clId="{010EE717-FAC0-4EBA-910E-E2AABCB5CFF1}" dt="2025-09-05T09:31:33.158" v="6393" actId="21"/>
          <ac:graphicFrameMkLst>
            <pc:docMk/>
            <pc:sldMk cId="3560394099" sldId="272"/>
            <ac:graphicFrameMk id="4" creationId="{F043240E-71AF-E395-15EC-56BB0F6F86C1}"/>
          </ac:graphicFrameMkLst>
        </pc:graphicFrameChg>
      </pc:sldChg>
      <pc:sldChg chg="addSp delSp modSp new add del mod ord setBg">
        <pc:chgData name="ΜΑΡΙΑ ΣΠΥΡΙΔΟΥΛΑ ΚΑΡΑΒΙΑ" userId="6f88f6f8-6196-49bd-9df0-a8868bf7e609" providerId="ADAL" clId="{010EE717-FAC0-4EBA-910E-E2AABCB5CFF1}" dt="2025-09-04T14:57:40.334" v="5851" actId="14100"/>
        <pc:sldMkLst>
          <pc:docMk/>
          <pc:sldMk cId="1246628606" sldId="273"/>
        </pc:sldMkLst>
      </pc:sldChg>
      <pc:sldChg chg="modSp new del mod ord">
        <pc:chgData name="ΜΑΡΙΑ ΣΠΥΡΙΔΟΥΛΑ ΚΑΡΑΒΙΑ" userId="6f88f6f8-6196-49bd-9df0-a8868bf7e609" providerId="ADAL" clId="{010EE717-FAC0-4EBA-910E-E2AABCB5CFF1}" dt="2025-09-03T18:19:41.385" v="5099" actId="2696"/>
        <pc:sldMkLst>
          <pc:docMk/>
          <pc:sldMk cId="4022513944" sldId="274"/>
        </pc:sldMkLst>
      </pc:sldChg>
      <pc:sldChg chg="new del">
        <pc:chgData name="ΜΑΡΙΑ ΣΠΥΡΙΔΟΥΛΑ ΚΑΡΑΒΙΑ" userId="6f88f6f8-6196-49bd-9df0-a8868bf7e609" providerId="ADAL" clId="{010EE717-FAC0-4EBA-910E-E2AABCB5CFF1}" dt="2025-09-02T15:14:40.766" v="1872" actId="2696"/>
        <pc:sldMkLst>
          <pc:docMk/>
          <pc:sldMk cId="2370531754" sldId="275"/>
        </pc:sldMkLst>
      </pc:sldChg>
      <pc:sldChg chg="addSp delSp modSp new mod ord modAnim">
        <pc:chgData name="ΜΑΡΙΑ ΣΠΥΡΙΔΟΥΛΑ ΚΑΡΑΒΙΑ" userId="6f88f6f8-6196-49bd-9df0-a8868bf7e609" providerId="ADAL" clId="{010EE717-FAC0-4EBA-910E-E2AABCB5CFF1}" dt="2025-09-05T13:11:47.616" v="7630" actId="20577"/>
        <pc:sldMkLst>
          <pc:docMk/>
          <pc:sldMk cId="2897075794" sldId="275"/>
        </pc:sldMkLst>
        <pc:spChg chg="mod">
          <ac:chgData name="ΜΑΡΙΑ ΣΠΥΡΙΔΟΥΛΑ ΚΑΡΑΒΙΑ" userId="6f88f6f8-6196-49bd-9df0-a8868bf7e609" providerId="ADAL" clId="{010EE717-FAC0-4EBA-910E-E2AABCB5CFF1}" dt="2025-09-03T17:38:13.913" v="5076" actId="122"/>
          <ac:spMkLst>
            <pc:docMk/>
            <pc:sldMk cId="2897075794" sldId="275"/>
            <ac:spMk id="2" creationId="{4DACEB62-CFC8-C4D6-E229-ED56C4CE7802}"/>
          </ac:spMkLst>
        </pc:spChg>
      </pc:sldChg>
      <pc:sldChg chg="addSp delSp modSp new mod ord modAnim">
        <pc:chgData name="ΜΑΡΙΑ ΣΠΥΡΙΔΟΥΛΑ ΚΑΡΑΒΙΑ" userId="6f88f6f8-6196-49bd-9df0-a8868bf7e609" providerId="ADAL" clId="{010EE717-FAC0-4EBA-910E-E2AABCB5CFF1}" dt="2025-09-04T14:54:09.734" v="5835"/>
        <pc:sldMkLst>
          <pc:docMk/>
          <pc:sldMk cId="523545173" sldId="276"/>
        </pc:sldMkLst>
        <pc:spChg chg="mod">
          <ac:chgData name="ΜΑΡΙΑ ΣΠΥΡΙΔΟΥΛΑ ΚΑΡΑΒΙΑ" userId="6f88f6f8-6196-49bd-9df0-a8868bf7e609" providerId="ADAL" clId="{010EE717-FAC0-4EBA-910E-E2AABCB5CFF1}" dt="2025-09-04T14:42:00.964" v="5605" actId="2711"/>
          <ac:spMkLst>
            <pc:docMk/>
            <pc:sldMk cId="523545173" sldId="276"/>
            <ac:spMk id="2" creationId="{5EBF0750-F7E6-48BA-27E7-2223AB7113C9}"/>
          </ac:spMkLst>
        </pc:spChg>
        <pc:spChg chg="add mod">
          <ac:chgData name="ΜΑΡΙΑ ΣΠΥΡΙΔΟΥΛΑ ΚΑΡΑΒΙΑ" userId="6f88f6f8-6196-49bd-9df0-a8868bf7e609" providerId="ADAL" clId="{010EE717-FAC0-4EBA-910E-E2AABCB5CFF1}" dt="2025-09-04T14:51:53.054" v="5824" actId="1076"/>
          <ac:spMkLst>
            <pc:docMk/>
            <pc:sldMk cId="523545173" sldId="276"/>
            <ac:spMk id="12" creationId="{0CA90EF3-5A91-DFEE-CF5D-2673BB55DB66}"/>
          </ac:spMkLst>
        </pc:spChg>
        <pc:graphicFrameChg chg="add del mod modGraphic">
          <ac:chgData name="ΜΑΡΙΑ ΣΠΥΡΙΔΟΥΛΑ ΚΑΡΑΒΙΑ" userId="6f88f6f8-6196-49bd-9df0-a8868bf7e609" providerId="ADAL" clId="{010EE717-FAC0-4EBA-910E-E2AABCB5CFF1}" dt="2025-09-04T14:52:52.005" v="5827" actId="2711"/>
          <ac:graphicFrameMkLst>
            <pc:docMk/>
            <pc:sldMk cId="523545173" sldId="276"/>
            <ac:graphicFrameMk id="5" creationId="{61F33513-9021-25C8-60F0-D0F62F8E1B9B}"/>
          </ac:graphicFrameMkLst>
        </pc:graphicFrameChg>
        <pc:graphicFrameChg chg="add mod modGraphic">
          <ac:chgData name="ΜΑΡΙΑ ΣΠΥΡΙΔΟΥΛΑ ΚΑΡΑΒΙΑ" userId="6f88f6f8-6196-49bd-9df0-a8868bf7e609" providerId="ADAL" clId="{010EE717-FAC0-4EBA-910E-E2AABCB5CFF1}" dt="2025-09-04T14:53:26.144" v="5832" actId="2711"/>
          <ac:graphicFrameMkLst>
            <pc:docMk/>
            <pc:sldMk cId="523545173" sldId="276"/>
            <ac:graphicFrameMk id="10" creationId="{E22C3F8A-716A-A67B-DD1C-4BA336B8BFA2}"/>
          </ac:graphicFrameMkLst>
        </pc:graphicFrameChg>
      </pc:sldChg>
      <pc:sldChg chg="addSp modSp new mod">
        <pc:chgData name="ΜΑΡΙΑ ΣΠΥΡΙΔΟΥΛΑ ΚΑΡΑΒΙΑ" userId="6f88f6f8-6196-49bd-9df0-a8868bf7e609" providerId="ADAL" clId="{010EE717-FAC0-4EBA-910E-E2AABCB5CFF1}" dt="2025-09-04T12:45:27.335" v="5171" actId="404"/>
        <pc:sldMkLst>
          <pc:docMk/>
          <pc:sldMk cId="2664400336" sldId="277"/>
        </pc:sldMkLst>
        <pc:spChg chg="mod">
          <ac:chgData name="ΜΑΡΙΑ ΣΠΥΡΙΔΟΥΛΑ ΚΑΡΑΒΙΑ" userId="6f88f6f8-6196-49bd-9df0-a8868bf7e609" providerId="ADAL" clId="{010EE717-FAC0-4EBA-910E-E2AABCB5CFF1}" dt="2025-09-04T12:42:34.264" v="5160" actId="20577"/>
          <ac:spMkLst>
            <pc:docMk/>
            <pc:sldMk cId="2664400336" sldId="277"/>
            <ac:spMk id="2" creationId="{3D0FFF04-B91F-93EA-C376-D252BDE37765}"/>
          </ac:spMkLst>
        </pc:spChg>
        <pc:spChg chg="add mod">
          <ac:chgData name="ΜΑΡΙΑ ΣΠΥΡΙΔΟΥΛΑ ΚΑΡΑΒΙΑ" userId="6f88f6f8-6196-49bd-9df0-a8868bf7e609" providerId="ADAL" clId="{010EE717-FAC0-4EBA-910E-E2AABCB5CFF1}" dt="2025-09-04T12:45:27.335" v="5171" actId="404"/>
          <ac:spMkLst>
            <pc:docMk/>
            <pc:sldMk cId="2664400336" sldId="277"/>
            <ac:spMk id="4" creationId="{C8014583-086C-9E2D-F57D-DD847CB025FB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091BFD8-2E9B-4F61-89C3-2452E76576FD}" type="doc">
      <dgm:prSet loTypeId="urn:microsoft.com/office/officeart/2005/8/layout/hChevron3" loCatId="process" qsTypeId="urn:microsoft.com/office/officeart/2005/8/quickstyle/simple1" qsCatId="simple" csTypeId="urn:microsoft.com/office/officeart/2005/8/colors/accent4_3" csCatId="accent4" phldr="1"/>
      <dgm:spPr/>
      <dgm:t>
        <a:bodyPr/>
        <a:lstStyle/>
        <a:p>
          <a:endParaRPr lang="el-GR"/>
        </a:p>
      </dgm:t>
    </dgm:pt>
    <dgm:pt modelId="{B1998EC1-A620-4E5C-BC9E-F51737539E0F}">
      <dgm:prSet phldrT="[Κείμενο]" phldr="0" custT="1"/>
      <dgm:spPr/>
      <dgm:t>
        <a:bodyPr/>
        <a:lstStyle/>
        <a:p>
          <a:pPr algn="ctr"/>
          <a:r>
            <a:rPr lang="el-G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Εισαγωγή </a:t>
          </a:r>
          <a:br>
            <a:rPr lang="el-G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l-G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Σφάλματος</a:t>
          </a:r>
        </a:p>
      </dgm:t>
    </dgm:pt>
    <dgm:pt modelId="{016398CA-3BD2-4CB1-8D02-97D5120F3426}" type="parTrans" cxnId="{44AB9AE2-02A3-4F11-93D5-DBE1A16A7DF2}">
      <dgm:prSet/>
      <dgm:spPr/>
      <dgm:t>
        <a:bodyPr/>
        <a:lstStyle/>
        <a:p>
          <a:endParaRPr lang="el-GR"/>
        </a:p>
      </dgm:t>
    </dgm:pt>
    <dgm:pt modelId="{0C91DF33-5138-43D4-B951-1C23D2D47F28}" type="sibTrans" cxnId="{44AB9AE2-02A3-4F11-93D5-DBE1A16A7DF2}">
      <dgm:prSet/>
      <dgm:spPr/>
      <dgm:t>
        <a:bodyPr/>
        <a:lstStyle/>
        <a:p>
          <a:endParaRPr lang="el-GR"/>
        </a:p>
      </dgm:t>
    </dgm:pt>
    <dgm:pt modelId="{AC5A6CAA-E3F3-4CCA-80E6-C005EE02DCB7}">
      <dgm:prSet phldrT="[Κείμενο]" phldr="0" custT="1"/>
      <dgm:spPr/>
      <dgm:t>
        <a:bodyPr/>
        <a:lstStyle/>
        <a:p>
          <a:r>
            <a:rPr lang="el-G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Αντιμετώπιση και αποτροπή επιθέσεων</a:t>
          </a:r>
        </a:p>
      </dgm:t>
    </dgm:pt>
    <dgm:pt modelId="{C364155A-1380-483B-975E-F8D8F3A5D36B}" type="parTrans" cxnId="{A2B4ECBC-F537-42A8-9F1A-A5D5968813D9}">
      <dgm:prSet/>
      <dgm:spPr/>
      <dgm:t>
        <a:bodyPr/>
        <a:lstStyle/>
        <a:p>
          <a:endParaRPr lang="el-GR"/>
        </a:p>
      </dgm:t>
    </dgm:pt>
    <dgm:pt modelId="{BDC258E0-6B4B-447D-A37C-0259341D308D}" type="sibTrans" cxnId="{A2B4ECBC-F537-42A8-9F1A-A5D5968813D9}">
      <dgm:prSet/>
      <dgm:spPr/>
      <dgm:t>
        <a:bodyPr/>
        <a:lstStyle/>
        <a:p>
          <a:endParaRPr lang="el-GR"/>
        </a:p>
      </dgm:t>
    </dgm:pt>
    <dgm:pt modelId="{FBF01E1B-2090-4AFA-A662-42AA30A5DB75}">
      <dgm:prSet phldrT="[Κείμενο]" phldr="0" custT="1"/>
      <dgm:spPr/>
      <dgm:t>
        <a:bodyPr/>
        <a:lstStyle/>
        <a:p>
          <a:pPr algn="ctr"/>
          <a:r>
            <a:rPr lang="el-G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Εμβάθυνση στις </a:t>
          </a:r>
          <a:r>
            <a: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Voltage </a:t>
          </a:r>
          <a:br>
            <a:rPr lang="el-G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Glitch </a:t>
          </a:r>
          <a:r>
            <a:rPr lang="el-GR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επιθέσεις</a:t>
          </a:r>
        </a:p>
      </dgm:t>
    </dgm:pt>
    <dgm:pt modelId="{76FA5D54-B29D-447F-9FF0-5412FFE59BAC}" type="parTrans" cxnId="{C2B06CDF-96DC-4E96-9334-F5774067184F}">
      <dgm:prSet/>
      <dgm:spPr/>
      <dgm:t>
        <a:bodyPr/>
        <a:lstStyle/>
        <a:p>
          <a:endParaRPr lang="el-GR"/>
        </a:p>
      </dgm:t>
    </dgm:pt>
    <dgm:pt modelId="{033B04AD-5B30-4A4C-B39B-9A94C41764F4}" type="sibTrans" cxnId="{C2B06CDF-96DC-4E96-9334-F5774067184F}">
      <dgm:prSet/>
      <dgm:spPr/>
      <dgm:t>
        <a:bodyPr/>
        <a:lstStyle/>
        <a:p>
          <a:endParaRPr lang="el-GR"/>
        </a:p>
      </dgm:t>
    </dgm:pt>
    <dgm:pt modelId="{81D8C823-9A6B-4267-98BE-A518912BDBD6}" type="pres">
      <dgm:prSet presAssocID="{7091BFD8-2E9B-4F61-89C3-2452E76576FD}" presName="Name0" presStyleCnt="0">
        <dgm:presLayoutVars>
          <dgm:dir/>
          <dgm:resizeHandles val="exact"/>
        </dgm:presLayoutVars>
      </dgm:prSet>
      <dgm:spPr/>
    </dgm:pt>
    <dgm:pt modelId="{C76547CD-DE12-4122-8162-D5413DBD6F08}" type="pres">
      <dgm:prSet presAssocID="{B1998EC1-A620-4E5C-BC9E-F51737539E0F}" presName="parTxOnly" presStyleLbl="node1" presStyleIdx="0" presStyleCnt="3" custScaleX="63167" custScaleY="31439">
        <dgm:presLayoutVars>
          <dgm:bulletEnabled val="1"/>
        </dgm:presLayoutVars>
      </dgm:prSet>
      <dgm:spPr/>
    </dgm:pt>
    <dgm:pt modelId="{09093B72-115D-4A57-BDAC-150864AFADE4}" type="pres">
      <dgm:prSet presAssocID="{0C91DF33-5138-43D4-B951-1C23D2D47F28}" presName="parSpace" presStyleCnt="0"/>
      <dgm:spPr/>
    </dgm:pt>
    <dgm:pt modelId="{96470C5C-13C2-41C6-8B8A-A686D9BF7DBF}" type="pres">
      <dgm:prSet presAssocID="{FBF01E1B-2090-4AFA-A662-42AA30A5DB75}" presName="parTxOnly" presStyleLbl="node1" presStyleIdx="1" presStyleCnt="3" custScaleY="31439" custLinFactNeighborX="2734">
        <dgm:presLayoutVars>
          <dgm:bulletEnabled val="1"/>
        </dgm:presLayoutVars>
      </dgm:prSet>
      <dgm:spPr/>
    </dgm:pt>
    <dgm:pt modelId="{722F44B9-37DB-4302-94C7-323B944C5ABF}" type="pres">
      <dgm:prSet presAssocID="{033B04AD-5B30-4A4C-B39B-9A94C41764F4}" presName="parSpace" presStyleCnt="0"/>
      <dgm:spPr/>
    </dgm:pt>
    <dgm:pt modelId="{346A0BAE-417C-4F5D-AA89-FB02CED6AC66}" type="pres">
      <dgm:prSet presAssocID="{AC5A6CAA-E3F3-4CCA-80E6-C005EE02DCB7}" presName="parTxOnly" presStyleLbl="node1" presStyleIdx="2" presStyleCnt="3" custScaleX="84647" custScaleY="30601">
        <dgm:presLayoutVars>
          <dgm:bulletEnabled val="1"/>
        </dgm:presLayoutVars>
      </dgm:prSet>
      <dgm:spPr/>
    </dgm:pt>
  </dgm:ptLst>
  <dgm:cxnLst>
    <dgm:cxn modelId="{8D030943-6852-42A3-B3BF-253BB213BE80}" type="presOf" srcId="{7091BFD8-2E9B-4F61-89C3-2452E76576FD}" destId="{81D8C823-9A6B-4267-98BE-A518912BDBD6}" srcOrd="0" destOrd="0" presId="urn:microsoft.com/office/officeart/2005/8/layout/hChevron3"/>
    <dgm:cxn modelId="{7024B84B-880C-47C9-964E-EA37209BD540}" type="presOf" srcId="{FBF01E1B-2090-4AFA-A662-42AA30A5DB75}" destId="{96470C5C-13C2-41C6-8B8A-A686D9BF7DBF}" srcOrd="0" destOrd="0" presId="urn:microsoft.com/office/officeart/2005/8/layout/hChevron3"/>
    <dgm:cxn modelId="{B3897D55-EF84-4E76-8AFF-4D986895C7A1}" type="presOf" srcId="{AC5A6CAA-E3F3-4CCA-80E6-C005EE02DCB7}" destId="{346A0BAE-417C-4F5D-AA89-FB02CED6AC66}" srcOrd="0" destOrd="0" presId="urn:microsoft.com/office/officeart/2005/8/layout/hChevron3"/>
    <dgm:cxn modelId="{A2B4ECBC-F537-42A8-9F1A-A5D5968813D9}" srcId="{7091BFD8-2E9B-4F61-89C3-2452E76576FD}" destId="{AC5A6CAA-E3F3-4CCA-80E6-C005EE02DCB7}" srcOrd="2" destOrd="0" parTransId="{C364155A-1380-483B-975E-F8D8F3A5D36B}" sibTransId="{BDC258E0-6B4B-447D-A37C-0259341D308D}"/>
    <dgm:cxn modelId="{B8E823BE-860A-4352-B95D-00AE44F3C212}" type="presOf" srcId="{B1998EC1-A620-4E5C-BC9E-F51737539E0F}" destId="{C76547CD-DE12-4122-8162-D5413DBD6F08}" srcOrd="0" destOrd="0" presId="urn:microsoft.com/office/officeart/2005/8/layout/hChevron3"/>
    <dgm:cxn modelId="{C2B06CDF-96DC-4E96-9334-F5774067184F}" srcId="{7091BFD8-2E9B-4F61-89C3-2452E76576FD}" destId="{FBF01E1B-2090-4AFA-A662-42AA30A5DB75}" srcOrd="1" destOrd="0" parTransId="{76FA5D54-B29D-447F-9FF0-5412FFE59BAC}" sibTransId="{033B04AD-5B30-4A4C-B39B-9A94C41764F4}"/>
    <dgm:cxn modelId="{44AB9AE2-02A3-4F11-93D5-DBE1A16A7DF2}" srcId="{7091BFD8-2E9B-4F61-89C3-2452E76576FD}" destId="{B1998EC1-A620-4E5C-BC9E-F51737539E0F}" srcOrd="0" destOrd="0" parTransId="{016398CA-3BD2-4CB1-8D02-97D5120F3426}" sibTransId="{0C91DF33-5138-43D4-B951-1C23D2D47F28}"/>
    <dgm:cxn modelId="{169FCAC4-64B0-4E6D-922F-14A1BD9CA56F}" type="presParOf" srcId="{81D8C823-9A6B-4267-98BE-A518912BDBD6}" destId="{C76547CD-DE12-4122-8162-D5413DBD6F08}" srcOrd="0" destOrd="0" presId="urn:microsoft.com/office/officeart/2005/8/layout/hChevron3"/>
    <dgm:cxn modelId="{7506061F-E9DF-4448-8F21-7FDB55DF4709}" type="presParOf" srcId="{81D8C823-9A6B-4267-98BE-A518912BDBD6}" destId="{09093B72-115D-4A57-BDAC-150864AFADE4}" srcOrd="1" destOrd="0" presId="urn:microsoft.com/office/officeart/2005/8/layout/hChevron3"/>
    <dgm:cxn modelId="{5E81B883-5D9A-4A24-8C46-AF72B8B89D53}" type="presParOf" srcId="{81D8C823-9A6B-4267-98BE-A518912BDBD6}" destId="{96470C5C-13C2-41C6-8B8A-A686D9BF7DBF}" srcOrd="2" destOrd="0" presId="urn:microsoft.com/office/officeart/2005/8/layout/hChevron3"/>
    <dgm:cxn modelId="{E69AE45C-B40E-47A9-9483-B9D2A8404172}" type="presParOf" srcId="{81D8C823-9A6B-4267-98BE-A518912BDBD6}" destId="{722F44B9-37DB-4302-94C7-323B944C5ABF}" srcOrd="3" destOrd="0" presId="urn:microsoft.com/office/officeart/2005/8/layout/hChevron3"/>
    <dgm:cxn modelId="{B3B919AC-29E6-4D6A-82A6-60FAC09FCC72}" type="presParOf" srcId="{81D8C823-9A6B-4267-98BE-A518912BDBD6}" destId="{346A0BAE-417C-4F5D-AA89-FB02CED6AC66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73FEE4A-E5C4-4BA3-8F1A-EC79351693F1}" type="doc">
      <dgm:prSet loTypeId="urn:microsoft.com/office/officeart/2008/layout/LinedLis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l-GR"/>
        </a:p>
      </dgm:t>
    </dgm:pt>
    <dgm:pt modelId="{26C7F86F-346F-4671-BA17-E36176186684}">
      <dgm:prSet phldrT="[Κείμενο]" phldr="0" custT="1"/>
      <dgm:spPr/>
      <dgm:t>
        <a:bodyPr/>
        <a:lstStyle/>
        <a:p>
          <a:r>
            <a:rPr lang="el-GR" sz="2800" b="1" dirty="0">
              <a:latin typeface="Times New Roman" panose="02020603050405020304" pitchFamily="18" charset="0"/>
              <a:cs typeface="Times New Roman" panose="02020603050405020304" pitchFamily="18" charset="0"/>
            </a:rPr>
            <a:t>Επιθέσεις Λογισμικού</a:t>
          </a:r>
        </a:p>
      </dgm:t>
    </dgm:pt>
    <dgm:pt modelId="{03F3975A-44F3-43E4-9001-D9675E3225A8}" type="parTrans" cxnId="{BCC2299E-EFB8-4EF5-B59B-D0FBBD5D3E03}">
      <dgm:prSet/>
      <dgm:spPr/>
      <dgm:t>
        <a:bodyPr/>
        <a:lstStyle/>
        <a:p>
          <a:endParaRPr lang="el-GR"/>
        </a:p>
      </dgm:t>
    </dgm:pt>
    <dgm:pt modelId="{454CD4BD-3893-4055-AF55-6A3751521A88}" type="sibTrans" cxnId="{BCC2299E-EFB8-4EF5-B59B-D0FBBD5D3E03}">
      <dgm:prSet/>
      <dgm:spPr/>
      <dgm:t>
        <a:bodyPr/>
        <a:lstStyle/>
        <a:p>
          <a:endParaRPr lang="el-GR"/>
        </a:p>
      </dgm:t>
    </dgm:pt>
    <dgm:pt modelId="{76FDFF83-D7E0-48EF-B7F7-050286A907C1}">
      <dgm:prSet phldrT="[Κείμενο]" custT="1"/>
      <dgm:spPr/>
      <dgm:t>
        <a:bodyPr/>
        <a:lstStyle/>
        <a:p>
          <a:pPr algn="ctr">
            <a:buNone/>
          </a:pPr>
          <a:r>
            <a:rPr lang="en-US" sz="2400" b="0" dirty="0">
              <a:latin typeface="Times New Roman" panose="02020603050405020304" pitchFamily="18" charset="0"/>
              <a:cs typeface="Times New Roman" panose="02020603050405020304" pitchFamily="18" charset="0"/>
            </a:rPr>
            <a:t>DVFS Interface </a:t>
          </a:r>
          <a:r>
            <a:rPr lang="el-GR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Dynamic Voltage and Frequency Scaling</a:t>
          </a:r>
          <a:r>
            <a:rPr lang="el-GR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el-GR" sz="2400" b="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6B3CF22-58A8-4279-B20E-1C46CE1B0286}" type="parTrans" cxnId="{C4B3F800-F83B-4FB7-B073-C002402E14BE}">
      <dgm:prSet/>
      <dgm:spPr/>
      <dgm:t>
        <a:bodyPr/>
        <a:lstStyle/>
        <a:p>
          <a:endParaRPr lang="el-GR"/>
        </a:p>
      </dgm:t>
    </dgm:pt>
    <dgm:pt modelId="{09557D6A-9AF0-45E2-8445-840DB13B3E62}" type="sibTrans" cxnId="{C4B3F800-F83B-4FB7-B073-C002402E14BE}">
      <dgm:prSet/>
      <dgm:spPr/>
      <dgm:t>
        <a:bodyPr/>
        <a:lstStyle/>
        <a:p>
          <a:endParaRPr lang="el-GR"/>
        </a:p>
      </dgm:t>
    </dgm:pt>
    <dgm:pt modelId="{DF992E83-AB87-4760-B19E-7069A71B313C}">
      <dgm:prSet phldrT="[Κείμενο]" custT="1"/>
      <dgm:spPr/>
      <dgm:t>
        <a:bodyPr/>
        <a:lstStyle/>
        <a:p>
          <a:pPr algn="ctr">
            <a:buNone/>
          </a:pPr>
          <a:r>
            <a:rPr lang="en-US" sz="2400" b="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Rowhammer</a:t>
          </a:r>
          <a:r>
            <a:rPr lang="el-GR" sz="2400" b="0" dirty="0">
              <a:latin typeface="Times New Roman" panose="02020603050405020304" pitchFamily="18" charset="0"/>
              <a:cs typeface="Times New Roman" panose="02020603050405020304" pitchFamily="18" charset="0"/>
            </a:rPr>
            <a:t> (</a:t>
          </a:r>
          <a:r>
            <a:rPr lang="en-US" sz="2400" b="0" dirty="0">
              <a:latin typeface="Times New Roman" panose="02020603050405020304" pitchFamily="18" charset="0"/>
              <a:cs typeface="Times New Roman" panose="02020603050405020304" pitchFamily="18" charset="0"/>
            </a:rPr>
            <a:t>DRAM faults</a:t>
          </a:r>
          <a:r>
            <a:rPr lang="el-GR" sz="2400" b="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</a:p>
      </dgm:t>
    </dgm:pt>
    <dgm:pt modelId="{ADC194A5-72AE-4079-8E27-1BF182B62C5E}" type="parTrans" cxnId="{3477DD1E-9CAB-4266-9949-E60E8033F00E}">
      <dgm:prSet/>
      <dgm:spPr/>
      <dgm:t>
        <a:bodyPr/>
        <a:lstStyle/>
        <a:p>
          <a:endParaRPr lang="el-GR"/>
        </a:p>
      </dgm:t>
    </dgm:pt>
    <dgm:pt modelId="{2CABDDB6-1949-4B4D-A57F-78A8EA2EFED4}" type="sibTrans" cxnId="{3477DD1E-9CAB-4266-9949-E60E8033F00E}">
      <dgm:prSet/>
      <dgm:spPr/>
      <dgm:t>
        <a:bodyPr/>
        <a:lstStyle/>
        <a:p>
          <a:endParaRPr lang="el-GR"/>
        </a:p>
      </dgm:t>
    </dgm:pt>
    <dgm:pt modelId="{57224EA6-7C9E-4DD2-9071-F8DD3E54DEB7}" type="pres">
      <dgm:prSet presAssocID="{F73FEE4A-E5C4-4BA3-8F1A-EC79351693F1}" presName="vert0" presStyleCnt="0">
        <dgm:presLayoutVars>
          <dgm:dir/>
          <dgm:animOne val="branch"/>
          <dgm:animLvl val="lvl"/>
        </dgm:presLayoutVars>
      </dgm:prSet>
      <dgm:spPr/>
    </dgm:pt>
    <dgm:pt modelId="{61012FD8-C4A3-4E82-8EE3-C33DF525114F}" type="pres">
      <dgm:prSet presAssocID="{26C7F86F-346F-4671-BA17-E36176186684}" presName="thickLine" presStyleLbl="alignNode1" presStyleIdx="0" presStyleCnt="1"/>
      <dgm:spPr/>
    </dgm:pt>
    <dgm:pt modelId="{E9BD1E0E-2157-42D5-B39F-47BAF008F8AE}" type="pres">
      <dgm:prSet presAssocID="{26C7F86F-346F-4671-BA17-E36176186684}" presName="horz1" presStyleCnt="0"/>
      <dgm:spPr/>
    </dgm:pt>
    <dgm:pt modelId="{7150178E-BCAE-4014-A8CA-1006BDE85EB7}" type="pres">
      <dgm:prSet presAssocID="{26C7F86F-346F-4671-BA17-E36176186684}" presName="tx1" presStyleLbl="revTx" presStyleIdx="0" presStyleCnt="3" custScaleX="232076"/>
      <dgm:spPr/>
    </dgm:pt>
    <dgm:pt modelId="{98E0EA7F-A487-4D87-8232-99AEB987818B}" type="pres">
      <dgm:prSet presAssocID="{26C7F86F-346F-4671-BA17-E36176186684}" presName="vert1" presStyleCnt="0"/>
      <dgm:spPr/>
    </dgm:pt>
    <dgm:pt modelId="{EBBAB450-ECE0-4EEB-8CE5-C77383325089}" type="pres">
      <dgm:prSet presAssocID="{76FDFF83-D7E0-48EF-B7F7-050286A907C1}" presName="vertSpace2a" presStyleCnt="0"/>
      <dgm:spPr/>
    </dgm:pt>
    <dgm:pt modelId="{27CB3BEB-D285-47DA-864F-A7AEF43D1C90}" type="pres">
      <dgm:prSet presAssocID="{76FDFF83-D7E0-48EF-B7F7-050286A907C1}" presName="horz2" presStyleCnt="0"/>
      <dgm:spPr/>
    </dgm:pt>
    <dgm:pt modelId="{C6172C8E-57B1-4415-A20B-C34A9F0C02B0}" type="pres">
      <dgm:prSet presAssocID="{76FDFF83-D7E0-48EF-B7F7-050286A907C1}" presName="horzSpace2" presStyleCnt="0"/>
      <dgm:spPr/>
    </dgm:pt>
    <dgm:pt modelId="{0443130F-21AE-425E-A54E-4A3F425A5FF7}" type="pres">
      <dgm:prSet presAssocID="{76FDFF83-D7E0-48EF-B7F7-050286A907C1}" presName="tx2" presStyleLbl="revTx" presStyleIdx="1" presStyleCnt="3" custScaleY="42443"/>
      <dgm:spPr/>
    </dgm:pt>
    <dgm:pt modelId="{A7A4045B-9E0A-47B7-8258-B18C5C01781C}" type="pres">
      <dgm:prSet presAssocID="{76FDFF83-D7E0-48EF-B7F7-050286A907C1}" presName="vert2" presStyleCnt="0"/>
      <dgm:spPr/>
    </dgm:pt>
    <dgm:pt modelId="{0C34884E-2056-4D00-8184-A9D40762707A}" type="pres">
      <dgm:prSet presAssocID="{76FDFF83-D7E0-48EF-B7F7-050286A907C1}" presName="thinLine2b" presStyleLbl="callout" presStyleIdx="0" presStyleCnt="2"/>
      <dgm:spPr/>
    </dgm:pt>
    <dgm:pt modelId="{97CF4189-8BC0-4CF0-8A78-52D12CEF15A5}" type="pres">
      <dgm:prSet presAssocID="{76FDFF83-D7E0-48EF-B7F7-050286A907C1}" presName="vertSpace2b" presStyleCnt="0"/>
      <dgm:spPr/>
    </dgm:pt>
    <dgm:pt modelId="{F4E6864C-075E-48BA-871B-611BBDB47E43}" type="pres">
      <dgm:prSet presAssocID="{DF992E83-AB87-4760-B19E-7069A71B313C}" presName="horz2" presStyleCnt="0"/>
      <dgm:spPr/>
    </dgm:pt>
    <dgm:pt modelId="{F74C6948-BBB9-41E2-A7B0-C78DEA550665}" type="pres">
      <dgm:prSet presAssocID="{DF992E83-AB87-4760-B19E-7069A71B313C}" presName="horzSpace2" presStyleCnt="0"/>
      <dgm:spPr/>
    </dgm:pt>
    <dgm:pt modelId="{0F878D76-1014-4122-853E-6D4B48DF885B}" type="pres">
      <dgm:prSet presAssocID="{DF992E83-AB87-4760-B19E-7069A71B313C}" presName="tx2" presStyleLbl="revTx" presStyleIdx="2" presStyleCnt="3" custScaleY="38224"/>
      <dgm:spPr/>
    </dgm:pt>
    <dgm:pt modelId="{701BAE6B-0790-4D7C-9139-6208CD54EFDD}" type="pres">
      <dgm:prSet presAssocID="{DF992E83-AB87-4760-B19E-7069A71B313C}" presName="vert2" presStyleCnt="0"/>
      <dgm:spPr/>
    </dgm:pt>
    <dgm:pt modelId="{90C98C1B-6C68-4717-A49F-0E6888CAD2E5}" type="pres">
      <dgm:prSet presAssocID="{DF992E83-AB87-4760-B19E-7069A71B313C}" presName="thinLine2b" presStyleLbl="callout" presStyleIdx="1" presStyleCnt="2"/>
      <dgm:spPr/>
    </dgm:pt>
    <dgm:pt modelId="{31287741-91E6-40CA-8827-EA32B695868E}" type="pres">
      <dgm:prSet presAssocID="{DF992E83-AB87-4760-B19E-7069A71B313C}" presName="vertSpace2b" presStyleCnt="0"/>
      <dgm:spPr/>
    </dgm:pt>
  </dgm:ptLst>
  <dgm:cxnLst>
    <dgm:cxn modelId="{C4B3F800-F83B-4FB7-B073-C002402E14BE}" srcId="{26C7F86F-346F-4671-BA17-E36176186684}" destId="{76FDFF83-D7E0-48EF-B7F7-050286A907C1}" srcOrd="0" destOrd="0" parTransId="{36B3CF22-58A8-4279-B20E-1C46CE1B0286}" sibTransId="{09557D6A-9AF0-45E2-8445-840DB13B3E62}"/>
    <dgm:cxn modelId="{DFC51F08-DF94-4D57-8B3F-F3D687B8CCBD}" type="presOf" srcId="{DF992E83-AB87-4760-B19E-7069A71B313C}" destId="{0F878D76-1014-4122-853E-6D4B48DF885B}" srcOrd="0" destOrd="0" presId="urn:microsoft.com/office/officeart/2008/layout/LinedList"/>
    <dgm:cxn modelId="{3477DD1E-9CAB-4266-9949-E60E8033F00E}" srcId="{26C7F86F-346F-4671-BA17-E36176186684}" destId="{DF992E83-AB87-4760-B19E-7069A71B313C}" srcOrd="1" destOrd="0" parTransId="{ADC194A5-72AE-4079-8E27-1BF182B62C5E}" sibTransId="{2CABDDB6-1949-4B4D-A57F-78A8EA2EFED4}"/>
    <dgm:cxn modelId="{AC512666-975D-45C6-BD27-ADC7FE5ACAA6}" type="presOf" srcId="{76FDFF83-D7E0-48EF-B7F7-050286A907C1}" destId="{0443130F-21AE-425E-A54E-4A3F425A5FF7}" srcOrd="0" destOrd="0" presId="urn:microsoft.com/office/officeart/2008/layout/LinedList"/>
    <dgm:cxn modelId="{BCC2299E-EFB8-4EF5-B59B-D0FBBD5D3E03}" srcId="{F73FEE4A-E5C4-4BA3-8F1A-EC79351693F1}" destId="{26C7F86F-346F-4671-BA17-E36176186684}" srcOrd="0" destOrd="0" parTransId="{03F3975A-44F3-43E4-9001-D9675E3225A8}" sibTransId="{454CD4BD-3893-4055-AF55-6A3751521A88}"/>
    <dgm:cxn modelId="{F10801BF-5DB4-46A9-8E03-96C598018E4D}" type="presOf" srcId="{26C7F86F-346F-4671-BA17-E36176186684}" destId="{7150178E-BCAE-4014-A8CA-1006BDE85EB7}" srcOrd="0" destOrd="0" presId="urn:microsoft.com/office/officeart/2008/layout/LinedList"/>
    <dgm:cxn modelId="{F9C01FF0-785A-4521-8C75-5CD044481FF6}" type="presOf" srcId="{F73FEE4A-E5C4-4BA3-8F1A-EC79351693F1}" destId="{57224EA6-7C9E-4DD2-9071-F8DD3E54DEB7}" srcOrd="0" destOrd="0" presId="urn:microsoft.com/office/officeart/2008/layout/LinedList"/>
    <dgm:cxn modelId="{030C94A4-B3FD-4D86-872B-5324AB07CCAC}" type="presParOf" srcId="{57224EA6-7C9E-4DD2-9071-F8DD3E54DEB7}" destId="{61012FD8-C4A3-4E82-8EE3-C33DF525114F}" srcOrd="0" destOrd="0" presId="urn:microsoft.com/office/officeart/2008/layout/LinedList"/>
    <dgm:cxn modelId="{1829D2AC-F6EF-4E67-8D39-9404F8686F59}" type="presParOf" srcId="{57224EA6-7C9E-4DD2-9071-F8DD3E54DEB7}" destId="{E9BD1E0E-2157-42D5-B39F-47BAF008F8AE}" srcOrd="1" destOrd="0" presId="urn:microsoft.com/office/officeart/2008/layout/LinedList"/>
    <dgm:cxn modelId="{C111E8ED-5BE9-48AB-96DD-29A9D1F06CFB}" type="presParOf" srcId="{E9BD1E0E-2157-42D5-B39F-47BAF008F8AE}" destId="{7150178E-BCAE-4014-A8CA-1006BDE85EB7}" srcOrd="0" destOrd="0" presId="urn:microsoft.com/office/officeart/2008/layout/LinedList"/>
    <dgm:cxn modelId="{707AAFD6-A63C-41F7-9542-FC933BB85294}" type="presParOf" srcId="{E9BD1E0E-2157-42D5-B39F-47BAF008F8AE}" destId="{98E0EA7F-A487-4D87-8232-99AEB987818B}" srcOrd="1" destOrd="0" presId="urn:microsoft.com/office/officeart/2008/layout/LinedList"/>
    <dgm:cxn modelId="{5DDC66E0-D624-4C62-84AC-306BBE92226B}" type="presParOf" srcId="{98E0EA7F-A487-4D87-8232-99AEB987818B}" destId="{EBBAB450-ECE0-4EEB-8CE5-C77383325089}" srcOrd="0" destOrd="0" presId="urn:microsoft.com/office/officeart/2008/layout/LinedList"/>
    <dgm:cxn modelId="{CC291E1B-D9D2-4C49-80A4-B73800B950C2}" type="presParOf" srcId="{98E0EA7F-A487-4D87-8232-99AEB987818B}" destId="{27CB3BEB-D285-47DA-864F-A7AEF43D1C90}" srcOrd="1" destOrd="0" presId="urn:microsoft.com/office/officeart/2008/layout/LinedList"/>
    <dgm:cxn modelId="{E85ECB0D-FCEE-43B8-99A2-312908F1A08C}" type="presParOf" srcId="{27CB3BEB-D285-47DA-864F-A7AEF43D1C90}" destId="{C6172C8E-57B1-4415-A20B-C34A9F0C02B0}" srcOrd="0" destOrd="0" presId="urn:microsoft.com/office/officeart/2008/layout/LinedList"/>
    <dgm:cxn modelId="{D63C59A5-85A1-4643-B560-2DCDC73D8335}" type="presParOf" srcId="{27CB3BEB-D285-47DA-864F-A7AEF43D1C90}" destId="{0443130F-21AE-425E-A54E-4A3F425A5FF7}" srcOrd="1" destOrd="0" presId="urn:microsoft.com/office/officeart/2008/layout/LinedList"/>
    <dgm:cxn modelId="{B4F3C8D7-C76A-44C8-8D17-B995EE6288DD}" type="presParOf" srcId="{27CB3BEB-D285-47DA-864F-A7AEF43D1C90}" destId="{A7A4045B-9E0A-47B7-8258-B18C5C01781C}" srcOrd="2" destOrd="0" presId="urn:microsoft.com/office/officeart/2008/layout/LinedList"/>
    <dgm:cxn modelId="{71DA5D9F-123C-46F6-BBBD-AD95056EE42E}" type="presParOf" srcId="{98E0EA7F-A487-4D87-8232-99AEB987818B}" destId="{0C34884E-2056-4D00-8184-A9D40762707A}" srcOrd="2" destOrd="0" presId="urn:microsoft.com/office/officeart/2008/layout/LinedList"/>
    <dgm:cxn modelId="{72B5FBEC-1A51-49EC-8B9E-106A37F6CA36}" type="presParOf" srcId="{98E0EA7F-A487-4D87-8232-99AEB987818B}" destId="{97CF4189-8BC0-4CF0-8A78-52D12CEF15A5}" srcOrd="3" destOrd="0" presId="urn:microsoft.com/office/officeart/2008/layout/LinedList"/>
    <dgm:cxn modelId="{03319D0E-8175-46E5-9D94-19BA97C18CF4}" type="presParOf" srcId="{98E0EA7F-A487-4D87-8232-99AEB987818B}" destId="{F4E6864C-075E-48BA-871B-611BBDB47E43}" srcOrd="4" destOrd="0" presId="urn:microsoft.com/office/officeart/2008/layout/LinedList"/>
    <dgm:cxn modelId="{3DB5564F-2D07-4105-8321-33E78DAC745E}" type="presParOf" srcId="{F4E6864C-075E-48BA-871B-611BBDB47E43}" destId="{F74C6948-BBB9-41E2-A7B0-C78DEA550665}" srcOrd="0" destOrd="0" presId="urn:microsoft.com/office/officeart/2008/layout/LinedList"/>
    <dgm:cxn modelId="{7E000185-D507-4CE6-B32A-31E92D8515E6}" type="presParOf" srcId="{F4E6864C-075E-48BA-871B-611BBDB47E43}" destId="{0F878D76-1014-4122-853E-6D4B48DF885B}" srcOrd="1" destOrd="0" presId="urn:microsoft.com/office/officeart/2008/layout/LinedList"/>
    <dgm:cxn modelId="{B90AC3B3-A43D-4A17-8162-D036D13FEE31}" type="presParOf" srcId="{F4E6864C-075E-48BA-871B-611BBDB47E43}" destId="{701BAE6B-0790-4D7C-9139-6208CD54EFDD}" srcOrd="2" destOrd="0" presId="urn:microsoft.com/office/officeart/2008/layout/LinedList"/>
    <dgm:cxn modelId="{435FFCD5-A6E6-4D56-9058-DEE872D4E11E}" type="presParOf" srcId="{98E0EA7F-A487-4D87-8232-99AEB987818B}" destId="{90C98C1B-6C68-4717-A49F-0E6888CAD2E5}" srcOrd="5" destOrd="0" presId="urn:microsoft.com/office/officeart/2008/layout/LinedList"/>
    <dgm:cxn modelId="{87DAA497-5C70-463B-B9E3-BC4FEB58C00E}" type="presParOf" srcId="{98E0EA7F-A487-4D87-8232-99AEB987818B}" destId="{31287741-91E6-40CA-8827-EA32B695868E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404C71-BC76-4057-B371-8121ED1AF06C}" type="doc">
      <dgm:prSet loTypeId="urn:microsoft.com/office/officeart/2008/layout/LinedList" loCatId="list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l-GR"/>
        </a:p>
      </dgm:t>
    </dgm:pt>
    <dgm:pt modelId="{6E0F9C05-7A26-44C4-9C35-0E42263D7CF4}">
      <dgm:prSet phldrT="[Κείμενο]" phldr="0" custT="1"/>
      <dgm:spPr/>
      <dgm:t>
        <a:bodyPr/>
        <a:lstStyle/>
        <a:p>
          <a:r>
            <a:rPr lang="el-GR" sz="2800" b="1" dirty="0">
              <a:latin typeface="Times New Roman" panose="02020603050405020304" pitchFamily="18" charset="0"/>
              <a:cs typeface="Times New Roman" panose="02020603050405020304" pitchFamily="18" charset="0"/>
            </a:rPr>
            <a:t>Επιθέσεις Υλικού</a:t>
          </a:r>
        </a:p>
      </dgm:t>
    </dgm:pt>
    <dgm:pt modelId="{4D8CEE88-1621-4DA5-9841-CEFE1A9A3AD9}" type="parTrans" cxnId="{F036E8B7-C1D9-44E4-A003-13F15F45D708}">
      <dgm:prSet/>
      <dgm:spPr/>
      <dgm:t>
        <a:bodyPr/>
        <a:lstStyle/>
        <a:p>
          <a:endParaRPr lang="el-GR"/>
        </a:p>
      </dgm:t>
    </dgm:pt>
    <dgm:pt modelId="{C2D06447-7DDC-4BB2-9484-3E63A56CAF54}" type="sibTrans" cxnId="{F036E8B7-C1D9-44E4-A003-13F15F45D708}">
      <dgm:prSet/>
      <dgm:spPr/>
      <dgm:t>
        <a:bodyPr/>
        <a:lstStyle/>
        <a:p>
          <a:endParaRPr lang="el-GR"/>
        </a:p>
      </dgm:t>
    </dgm:pt>
    <dgm:pt modelId="{3EE919B1-597F-43B1-AAEE-D518FD70BA23}">
      <dgm:prSet phldrT="[Κείμενο]" phldr="0" custT="1"/>
      <dgm:spPr/>
      <dgm:t>
        <a:bodyPr/>
        <a:lstStyle/>
        <a:p>
          <a:pPr algn="ctr"/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Voltage glitching </a:t>
          </a:r>
          <a:endParaRPr lang="el-GR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1F7A94B-1FF0-4297-8374-117507AAB32A}" type="parTrans" cxnId="{36145675-0AF7-4BFE-A438-AB885ABFD0BD}">
      <dgm:prSet/>
      <dgm:spPr/>
      <dgm:t>
        <a:bodyPr/>
        <a:lstStyle/>
        <a:p>
          <a:endParaRPr lang="el-GR"/>
        </a:p>
      </dgm:t>
    </dgm:pt>
    <dgm:pt modelId="{FAF06FDE-1A18-436B-B4BD-FB40633FEA3F}" type="sibTrans" cxnId="{36145675-0AF7-4BFE-A438-AB885ABFD0BD}">
      <dgm:prSet/>
      <dgm:spPr/>
      <dgm:t>
        <a:bodyPr/>
        <a:lstStyle/>
        <a:p>
          <a:endParaRPr lang="el-GR"/>
        </a:p>
      </dgm:t>
    </dgm:pt>
    <dgm:pt modelId="{AFFC4682-AD2B-44F2-A8BC-BB469D341AB2}">
      <dgm:prSet phldrT="[Κείμενο]" phldr="0" custT="1"/>
      <dgm:spPr/>
      <dgm:t>
        <a:bodyPr/>
        <a:lstStyle/>
        <a:p>
          <a:pPr algn="ctr"/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Clock glitching</a:t>
          </a:r>
          <a:endParaRPr lang="el-GR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F4239DF-8EB3-470E-9AD5-E37FEDE25644}" type="parTrans" cxnId="{42C2FB59-2BB7-496A-ADFB-EC33928F7C22}">
      <dgm:prSet/>
      <dgm:spPr/>
      <dgm:t>
        <a:bodyPr/>
        <a:lstStyle/>
        <a:p>
          <a:endParaRPr lang="el-GR"/>
        </a:p>
      </dgm:t>
    </dgm:pt>
    <dgm:pt modelId="{E5322E75-51F0-41A9-9DF0-F83AA9B4D507}" type="sibTrans" cxnId="{42C2FB59-2BB7-496A-ADFB-EC33928F7C22}">
      <dgm:prSet/>
      <dgm:spPr/>
      <dgm:t>
        <a:bodyPr/>
        <a:lstStyle/>
        <a:p>
          <a:endParaRPr lang="el-GR"/>
        </a:p>
      </dgm:t>
    </dgm:pt>
    <dgm:pt modelId="{775DE909-222A-4798-AF89-E3BE3253B871}">
      <dgm:prSet phldrT="[Κείμενο]" phldr="0" custT="1"/>
      <dgm:spPr/>
      <dgm:t>
        <a:bodyPr/>
        <a:lstStyle/>
        <a:p>
          <a:pPr algn="ctr"/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EM fault injections</a:t>
          </a:r>
          <a:endParaRPr lang="el-GR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375AC8C-2333-410F-B107-CEB215BD84C5}" type="parTrans" cxnId="{FB5EDD8E-7103-4EEB-8968-B7B7843289F7}">
      <dgm:prSet/>
      <dgm:spPr/>
      <dgm:t>
        <a:bodyPr/>
        <a:lstStyle/>
        <a:p>
          <a:endParaRPr lang="el-GR"/>
        </a:p>
      </dgm:t>
    </dgm:pt>
    <dgm:pt modelId="{7FFD1F44-DE53-4745-BE66-0DBFE87D278B}" type="sibTrans" cxnId="{FB5EDD8E-7103-4EEB-8968-B7B7843289F7}">
      <dgm:prSet/>
      <dgm:spPr/>
      <dgm:t>
        <a:bodyPr/>
        <a:lstStyle/>
        <a:p>
          <a:endParaRPr lang="el-GR"/>
        </a:p>
      </dgm:t>
    </dgm:pt>
    <dgm:pt modelId="{8D317547-25A0-48A1-9A39-BD02C3CA8675}">
      <dgm:prSet phldrT="[Κείμενο]" phldr="0" custT="1"/>
      <dgm:spPr/>
      <dgm:t>
        <a:bodyPr/>
        <a:lstStyle/>
        <a:p>
          <a:pPr algn="ctr"/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Laser fault injections</a:t>
          </a:r>
          <a:endParaRPr lang="el-GR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0FCCF96-A641-4DFA-8462-45C1B9658412}" type="parTrans" cxnId="{F3B800D8-D4D5-4F38-94E5-3DD7132AA99D}">
      <dgm:prSet/>
      <dgm:spPr/>
      <dgm:t>
        <a:bodyPr/>
        <a:lstStyle/>
        <a:p>
          <a:endParaRPr lang="el-GR"/>
        </a:p>
      </dgm:t>
    </dgm:pt>
    <dgm:pt modelId="{C649B0A0-ECEE-4F1C-AD01-99290EC93BF1}" type="sibTrans" cxnId="{F3B800D8-D4D5-4F38-94E5-3DD7132AA99D}">
      <dgm:prSet/>
      <dgm:spPr/>
      <dgm:t>
        <a:bodyPr/>
        <a:lstStyle/>
        <a:p>
          <a:endParaRPr lang="el-GR"/>
        </a:p>
      </dgm:t>
    </dgm:pt>
    <dgm:pt modelId="{C987D78B-AE5C-4329-9F0E-4114772B3F4D}" type="pres">
      <dgm:prSet presAssocID="{C3404C71-BC76-4057-B371-8121ED1AF06C}" presName="vert0" presStyleCnt="0">
        <dgm:presLayoutVars>
          <dgm:dir/>
          <dgm:animOne val="branch"/>
          <dgm:animLvl val="lvl"/>
        </dgm:presLayoutVars>
      </dgm:prSet>
      <dgm:spPr/>
    </dgm:pt>
    <dgm:pt modelId="{452A7DDA-B879-482C-99C1-196F9A37AC5C}" type="pres">
      <dgm:prSet presAssocID="{6E0F9C05-7A26-44C4-9C35-0E42263D7CF4}" presName="thickLine" presStyleLbl="alignNode1" presStyleIdx="0" presStyleCnt="1"/>
      <dgm:spPr/>
    </dgm:pt>
    <dgm:pt modelId="{7F8F595B-9828-4370-9CFB-E43F2977D9DB}" type="pres">
      <dgm:prSet presAssocID="{6E0F9C05-7A26-44C4-9C35-0E42263D7CF4}" presName="horz1" presStyleCnt="0"/>
      <dgm:spPr/>
    </dgm:pt>
    <dgm:pt modelId="{E6305B1F-E12A-4697-BB40-4BC909104481}" type="pres">
      <dgm:prSet presAssocID="{6E0F9C05-7A26-44C4-9C35-0E42263D7CF4}" presName="tx1" presStyleLbl="revTx" presStyleIdx="0" presStyleCnt="5" custScaleX="183019"/>
      <dgm:spPr/>
    </dgm:pt>
    <dgm:pt modelId="{E33100E8-970B-4A00-9927-0FE2D568C65A}" type="pres">
      <dgm:prSet presAssocID="{6E0F9C05-7A26-44C4-9C35-0E42263D7CF4}" presName="vert1" presStyleCnt="0"/>
      <dgm:spPr/>
    </dgm:pt>
    <dgm:pt modelId="{6EA361F9-A827-4AE8-9BFD-DF6AA08A0266}" type="pres">
      <dgm:prSet presAssocID="{3EE919B1-597F-43B1-AAEE-D518FD70BA23}" presName="vertSpace2a" presStyleCnt="0"/>
      <dgm:spPr/>
    </dgm:pt>
    <dgm:pt modelId="{4839B372-4041-45D1-AEC0-1BE70226164C}" type="pres">
      <dgm:prSet presAssocID="{3EE919B1-597F-43B1-AAEE-D518FD70BA23}" presName="horz2" presStyleCnt="0"/>
      <dgm:spPr/>
    </dgm:pt>
    <dgm:pt modelId="{469A0738-2FCB-416B-A3A4-D21735DC3506}" type="pres">
      <dgm:prSet presAssocID="{3EE919B1-597F-43B1-AAEE-D518FD70BA23}" presName="horzSpace2" presStyleCnt="0"/>
      <dgm:spPr/>
    </dgm:pt>
    <dgm:pt modelId="{95BC1259-F1FA-4517-A6F0-5F51161B6E0C}" type="pres">
      <dgm:prSet presAssocID="{3EE919B1-597F-43B1-AAEE-D518FD70BA23}" presName="tx2" presStyleLbl="revTx" presStyleIdx="1" presStyleCnt="5"/>
      <dgm:spPr/>
    </dgm:pt>
    <dgm:pt modelId="{071603AB-F56C-4A38-8AD7-ADF446A30FE5}" type="pres">
      <dgm:prSet presAssocID="{3EE919B1-597F-43B1-AAEE-D518FD70BA23}" presName="vert2" presStyleCnt="0"/>
      <dgm:spPr/>
    </dgm:pt>
    <dgm:pt modelId="{AD8F18A5-3197-4236-BE59-89F72036925F}" type="pres">
      <dgm:prSet presAssocID="{3EE919B1-597F-43B1-AAEE-D518FD70BA23}" presName="thinLine2b" presStyleLbl="callout" presStyleIdx="0" presStyleCnt="4"/>
      <dgm:spPr/>
    </dgm:pt>
    <dgm:pt modelId="{FB9BB525-11D9-46CA-8322-4084D055DCF0}" type="pres">
      <dgm:prSet presAssocID="{3EE919B1-597F-43B1-AAEE-D518FD70BA23}" presName="vertSpace2b" presStyleCnt="0"/>
      <dgm:spPr/>
    </dgm:pt>
    <dgm:pt modelId="{F7143251-2999-446B-8CF2-5652FB2D97C3}" type="pres">
      <dgm:prSet presAssocID="{AFFC4682-AD2B-44F2-A8BC-BB469D341AB2}" presName="horz2" presStyleCnt="0"/>
      <dgm:spPr/>
    </dgm:pt>
    <dgm:pt modelId="{3FFBAEB2-CD85-444F-BCB7-65BE7FC11D01}" type="pres">
      <dgm:prSet presAssocID="{AFFC4682-AD2B-44F2-A8BC-BB469D341AB2}" presName="horzSpace2" presStyleCnt="0"/>
      <dgm:spPr/>
    </dgm:pt>
    <dgm:pt modelId="{82DAA140-B275-4B7A-BCBF-21FBDAA788FB}" type="pres">
      <dgm:prSet presAssocID="{AFFC4682-AD2B-44F2-A8BC-BB469D341AB2}" presName="tx2" presStyleLbl="revTx" presStyleIdx="2" presStyleCnt="5"/>
      <dgm:spPr/>
    </dgm:pt>
    <dgm:pt modelId="{C559548D-9667-4A28-9085-49AAC4E07AC4}" type="pres">
      <dgm:prSet presAssocID="{AFFC4682-AD2B-44F2-A8BC-BB469D341AB2}" presName="vert2" presStyleCnt="0"/>
      <dgm:spPr/>
    </dgm:pt>
    <dgm:pt modelId="{7F867EEA-0F72-4A75-BB89-ACA8E14911CC}" type="pres">
      <dgm:prSet presAssocID="{AFFC4682-AD2B-44F2-A8BC-BB469D341AB2}" presName="thinLine2b" presStyleLbl="callout" presStyleIdx="1" presStyleCnt="4"/>
      <dgm:spPr/>
    </dgm:pt>
    <dgm:pt modelId="{6503650E-60B2-4417-86BD-8DA3114E9657}" type="pres">
      <dgm:prSet presAssocID="{AFFC4682-AD2B-44F2-A8BC-BB469D341AB2}" presName="vertSpace2b" presStyleCnt="0"/>
      <dgm:spPr/>
    </dgm:pt>
    <dgm:pt modelId="{6B9868A4-876D-491B-B8A3-8F6ED156C612}" type="pres">
      <dgm:prSet presAssocID="{775DE909-222A-4798-AF89-E3BE3253B871}" presName="horz2" presStyleCnt="0"/>
      <dgm:spPr/>
    </dgm:pt>
    <dgm:pt modelId="{FE1D71CA-A8AD-4952-8169-276B2C3689FC}" type="pres">
      <dgm:prSet presAssocID="{775DE909-222A-4798-AF89-E3BE3253B871}" presName="horzSpace2" presStyleCnt="0"/>
      <dgm:spPr/>
    </dgm:pt>
    <dgm:pt modelId="{BC33FF25-3D21-480D-A94D-0B94FE67D6F2}" type="pres">
      <dgm:prSet presAssocID="{775DE909-222A-4798-AF89-E3BE3253B871}" presName="tx2" presStyleLbl="revTx" presStyleIdx="3" presStyleCnt="5"/>
      <dgm:spPr/>
    </dgm:pt>
    <dgm:pt modelId="{B6748063-5B18-4E70-8023-233AD80CC20F}" type="pres">
      <dgm:prSet presAssocID="{775DE909-222A-4798-AF89-E3BE3253B871}" presName="vert2" presStyleCnt="0"/>
      <dgm:spPr/>
    </dgm:pt>
    <dgm:pt modelId="{B3974C27-71F1-4A43-8D8B-A13C93AD6930}" type="pres">
      <dgm:prSet presAssocID="{775DE909-222A-4798-AF89-E3BE3253B871}" presName="thinLine2b" presStyleLbl="callout" presStyleIdx="2" presStyleCnt="4"/>
      <dgm:spPr/>
    </dgm:pt>
    <dgm:pt modelId="{12A70017-E10D-444A-A1C6-91A9036C223C}" type="pres">
      <dgm:prSet presAssocID="{775DE909-222A-4798-AF89-E3BE3253B871}" presName="vertSpace2b" presStyleCnt="0"/>
      <dgm:spPr/>
    </dgm:pt>
    <dgm:pt modelId="{DA93B17E-F719-4F75-A8E2-794E2C79502C}" type="pres">
      <dgm:prSet presAssocID="{8D317547-25A0-48A1-9A39-BD02C3CA8675}" presName="horz2" presStyleCnt="0"/>
      <dgm:spPr/>
    </dgm:pt>
    <dgm:pt modelId="{89EBA9B5-2392-42E7-9ACB-42E0C2417015}" type="pres">
      <dgm:prSet presAssocID="{8D317547-25A0-48A1-9A39-BD02C3CA8675}" presName="horzSpace2" presStyleCnt="0"/>
      <dgm:spPr/>
    </dgm:pt>
    <dgm:pt modelId="{272BC5D6-84FD-45CE-930C-BC52143076D5}" type="pres">
      <dgm:prSet presAssocID="{8D317547-25A0-48A1-9A39-BD02C3CA8675}" presName="tx2" presStyleLbl="revTx" presStyleIdx="4" presStyleCnt="5"/>
      <dgm:spPr/>
    </dgm:pt>
    <dgm:pt modelId="{6B924C79-C9B9-4F13-8E09-1D2C2F76E210}" type="pres">
      <dgm:prSet presAssocID="{8D317547-25A0-48A1-9A39-BD02C3CA8675}" presName="vert2" presStyleCnt="0"/>
      <dgm:spPr/>
    </dgm:pt>
    <dgm:pt modelId="{8E1BDBE8-D6A5-4948-A0EB-66C11BBE5702}" type="pres">
      <dgm:prSet presAssocID="{8D317547-25A0-48A1-9A39-BD02C3CA8675}" presName="thinLine2b" presStyleLbl="callout" presStyleIdx="3" presStyleCnt="4"/>
      <dgm:spPr/>
    </dgm:pt>
    <dgm:pt modelId="{7CB75CBE-3C8A-4EE9-B05D-738E06B049DB}" type="pres">
      <dgm:prSet presAssocID="{8D317547-25A0-48A1-9A39-BD02C3CA8675}" presName="vertSpace2b" presStyleCnt="0"/>
      <dgm:spPr/>
    </dgm:pt>
  </dgm:ptLst>
  <dgm:cxnLst>
    <dgm:cxn modelId="{DC0CA92E-E9D8-4CB7-A5CC-117A853940EF}" type="presOf" srcId="{C3404C71-BC76-4057-B371-8121ED1AF06C}" destId="{C987D78B-AE5C-4329-9F0E-4114772B3F4D}" srcOrd="0" destOrd="0" presId="urn:microsoft.com/office/officeart/2008/layout/LinedList"/>
    <dgm:cxn modelId="{D8A7C937-D278-4695-8884-4715C9DCE79B}" type="presOf" srcId="{6E0F9C05-7A26-44C4-9C35-0E42263D7CF4}" destId="{E6305B1F-E12A-4697-BB40-4BC909104481}" srcOrd="0" destOrd="0" presId="urn:microsoft.com/office/officeart/2008/layout/LinedList"/>
    <dgm:cxn modelId="{F7A4AA38-BBA4-4593-883B-4E9230B15DE8}" type="presOf" srcId="{775DE909-222A-4798-AF89-E3BE3253B871}" destId="{BC33FF25-3D21-480D-A94D-0B94FE67D6F2}" srcOrd="0" destOrd="0" presId="urn:microsoft.com/office/officeart/2008/layout/LinedList"/>
    <dgm:cxn modelId="{0DB03A73-1062-42C3-8AD0-71DE9A5B69C5}" type="presOf" srcId="{3EE919B1-597F-43B1-AAEE-D518FD70BA23}" destId="{95BC1259-F1FA-4517-A6F0-5F51161B6E0C}" srcOrd="0" destOrd="0" presId="urn:microsoft.com/office/officeart/2008/layout/LinedList"/>
    <dgm:cxn modelId="{36145675-0AF7-4BFE-A438-AB885ABFD0BD}" srcId="{6E0F9C05-7A26-44C4-9C35-0E42263D7CF4}" destId="{3EE919B1-597F-43B1-AAEE-D518FD70BA23}" srcOrd="0" destOrd="0" parTransId="{51F7A94B-1FF0-4297-8374-117507AAB32A}" sibTransId="{FAF06FDE-1A18-436B-B4BD-FB40633FEA3F}"/>
    <dgm:cxn modelId="{42C2FB59-2BB7-496A-ADFB-EC33928F7C22}" srcId="{6E0F9C05-7A26-44C4-9C35-0E42263D7CF4}" destId="{AFFC4682-AD2B-44F2-A8BC-BB469D341AB2}" srcOrd="1" destOrd="0" parTransId="{2F4239DF-8EB3-470E-9AD5-E37FEDE25644}" sibTransId="{E5322E75-51F0-41A9-9DF0-F83AA9B4D507}"/>
    <dgm:cxn modelId="{FB5EDD8E-7103-4EEB-8968-B7B7843289F7}" srcId="{6E0F9C05-7A26-44C4-9C35-0E42263D7CF4}" destId="{775DE909-222A-4798-AF89-E3BE3253B871}" srcOrd="2" destOrd="0" parTransId="{3375AC8C-2333-410F-B107-CEB215BD84C5}" sibTransId="{7FFD1F44-DE53-4745-BE66-0DBFE87D278B}"/>
    <dgm:cxn modelId="{4EFCA7A5-793A-44F0-86E2-36DD888F5D87}" type="presOf" srcId="{8D317547-25A0-48A1-9A39-BD02C3CA8675}" destId="{272BC5D6-84FD-45CE-930C-BC52143076D5}" srcOrd="0" destOrd="0" presId="urn:microsoft.com/office/officeart/2008/layout/LinedList"/>
    <dgm:cxn modelId="{F036E8B7-C1D9-44E4-A003-13F15F45D708}" srcId="{C3404C71-BC76-4057-B371-8121ED1AF06C}" destId="{6E0F9C05-7A26-44C4-9C35-0E42263D7CF4}" srcOrd="0" destOrd="0" parTransId="{4D8CEE88-1621-4DA5-9841-CEFE1A9A3AD9}" sibTransId="{C2D06447-7DDC-4BB2-9484-3E63A56CAF54}"/>
    <dgm:cxn modelId="{F3B800D8-D4D5-4F38-94E5-3DD7132AA99D}" srcId="{6E0F9C05-7A26-44C4-9C35-0E42263D7CF4}" destId="{8D317547-25A0-48A1-9A39-BD02C3CA8675}" srcOrd="3" destOrd="0" parTransId="{90FCCF96-A641-4DFA-8462-45C1B9658412}" sibTransId="{C649B0A0-ECEE-4F1C-AD01-99290EC93BF1}"/>
    <dgm:cxn modelId="{2DDCE1FA-745E-485D-85EE-398AAB046244}" type="presOf" srcId="{AFFC4682-AD2B-44F2-A8BC-BB469D341AB2}" destId="{82DAA140-B275-4B7A-BCBF-21FBDAA788FB}" srcOrd="0" destOrd="0" presId="urn:microsoft.com/office/officeart/2008/layout/LinedList"/>
    <dgm:cxn modelId="{7EAFDACE-0A3D-4386-BB63-1BBE213621AE}" type="presParOf" srcId="{C987D78B-AE5C-4329-9F0E-4114772B3F4D}" destId="{452A7DDA-B879-482C-99C1-196F9A37AC5C}" srcOrd="0" destOrd="0" presId="urn:microsoft.com/office/officeart/2008/layout/LinedList"/>
    <dgm:cxn modelId="{187996FE-B603-4DC5-A042-467C8BE497E2}" type="presParOf" srcId="{C987D78B-AE5C-4329-9F0E-4114772B3F4D}" destId="{7F8F595B-9828-4370-9CFB-E43F2977D9DB}" srcOrd="1" destOrd="0" presId="urn:microsoft.com/office/officeart/2008/layout/LinedList"/>
    <dgm:cxn modelId="{221FF242-EC83-409E-9F5C-1DC2350BB8B5}" type="presParOf" srcId="{7F8F595B-9828-4370-9CFB-E43F2977D9DB}" destId="{E6305B1F-E12A-4697-BB40-4BC909104481}" srcOrd="0" destOrd="0" presId="urn:microsoft.com/office/officeart/2008/layout/LinedList"/>
    <dgm:cxn modelId="{9A6F5F17-93F1-4625-9B45-8B9BA22BD573}" type="presParOf" srcId="{7F8F595B-9828-4370-9CFB-E43F2977D9DB}" destId="{E33100E8-970B-4A00-9927-0FE2D568C65A}" srcOrd="1" destOrd="0" presId="urn:microsoft.com/office/officeart/2008/layout/LinedList"/>
    <dgm:cxn modelId="{76723DF3-8EC2-4C6B-8CDF-59E5268B7082}" type="presParOf" srcId="{E33100E8-970B-4A00-9927-0FE2D568C65A}" destId="{6EA361F9-A827-4AE8-9BFD-DF6AA08A0266}" srcOrd="0" destOrd="0" presId="urn:microsoft.com/office/officeart/2008/layout/LinedList"/>
    <dgm:cxn modelId="{D78CE842-F809-4EA9-946F-560B0D298583}" type="presParOf" srcId="{E33100E8-970B-4A00-9927-0FE2D568C65A}" destId="{4839B372-4041-45D1-AEC0-1BE70226164C}" srcOrd="1" destOrd="0" presId="urn:microsoft.com/office/officeart/2008/layout/LinedList"/>
    <dgm:cxn modelId="{5EF6E6EC-1844-4A43-8920-B24DC85F2F8F}" type="presParOf" srcId="{4839B372-4041-45D1-AEC0-1BE70226164C}" destId="{469A0738-2FCB-416B-A3A4-D21735DC3506}" srcOrd="0" destOrd="0" presId="urn:microsoft.com/office/officeart/2008/layout/LinedList"/>
    <dgm:cxn modelId="{7313C087-60E2-4B35-968F-6C5CAC1B57E0}" type="presParOf" srcId="{4839B372-4041-45D1-AEC0-1BE70226164C}" destId="{95BC1259-F1FA-4517-A6F0-5F51161B6E0C}" srcOrd="1" destOrd="0" presId="urn:microsoft.com/office/officeart/2008/layout/LinedList"/>
    <dgm:cxn modelId="{08870A20-AA14-4D2A-8594-E54CD134DFEC}" type="presParOf" srcId="{4839B372-4041-45D1-AEC0-1BE70226164C}" destId="{071603AB-F56C-4A38-8AD7-ADF446A30FE5}" srcOrd="2" destOrd="0" presId="urn:microsoft.com/office/officeart/2008/layout/LinedList"/>
    <dgm:cxn modelId="{0DF2C3D0-0973-4345-B996-7CF593929586}" type="presParOf" srcId="{E33100E8-970B-4A00-9927-0FE2D568C65A}" destId="{AD8F18A5-3197-4236-BE59-89F72036925F}" srcOrd="2" destOrd="0" presId="urn:microsoft.com/office/officeart/2008/layout/LinedList"/>
    <dgm:cxn modelId="{023C1695-C636-45EF-99EC-D8AF0AFE5DB7}" type="presParOf" srcId="{E33100E8-970B-4A00-9927-0FE2D568C65A}" destId="{FB9BB525-11D9-46CA-8322-4084D055DCF0}" srcOrd="3" destOrd="0" presId="urn:microsoft.com/office/officeart/2008/layout/LinedList"/>
    <dgm:cxn modelId="{955F2F52-D41D-4858-8044-9627B3E36DD5}" type="presParOf" srcId="{E33100E8-970B-4A00-9927-0FE2D568C65A}" destId="{F7143251-2999-446B-8CF2-5652FB2D97C3}" srcOrd="4" destOrd="0" presId="urn:microsoft.com/office/officeart/2008/layout/LinedList"/>
    <dgm:cxn modelId="{8613673B-597F-468E-89A0-527222A9F6C1}" type="presParOf" srcId="{F7143251-2999-446B-8CF2-5652FB2D97C3}" destId="{3FFBAEB2-CD85-444F-BCB7-65BE7FC11D01}" srcOrd="0" destOrd="0" presId="urn:microsoft.com/office/officeart/2008/layout/LinedList"/>
    <dgm:cxn modelId="{AFD77877-76B9-42F8-B83C-FF49C8FB567B}" type="presParOf" srcId="{F7143251-2999-446B-8CF2-5652FB2D97C3}" destId="{82DAA140-B275-4B7A-BCBF-21FBDAA788FB}" srcOrd="1" destOrd="0" presId="urn:microsoft.com/office/officeart/2008/layout/LinedList"/>
    <dgm:cxn modelId="{E44BC49F-FC35-46A8-A6B3-1C47FB897693}" type="presParOf" srcId="{F7143251-2999-446B-8CF2-5652FB2D97C3}" destId="{C559548D-9667-4A28-9085-49AAC4E07AC4}" srcOrd="2" destOrd="0" presId="urn:microsoft.com/office/officeart/2008/layout/LinedList"/>
    <dgm:cxn modelId="{2F2E61F6-C8A5-442F-B60B-F31286DD0152}" type="presParOf" srcId="{E33100E8-970B-4A00-9927-0FE2D568C65A}" destId="{7F867EEA-0F72-4A75-BB89-ACA8E14911CC}" srcOrd="5" destOrd="0" presId="urn:microsoft.com/office/officeart/2008/layout/LinedList"/>
    <dgm:cxn modelId="{E8B7787F-BD23-41D7-8384-709E90C543E0}" type="presParOf" srcId="{E33100E8-970B-4A00-9927-0FE2D568C65A}" destId="{6503650E-60B2-4417-86BD-8DA3114E9657}" srcOrd="6" destOrd="0" presId="urn:microsoft.com/office/officeart/2008/layout/LinedList"/>
    <dgm:cxn modelId="{E1B01C7F-64F1-482B-895C-548EBCA190ED}" type="presParOf" srcId="{E33100E8-970B-4A00-9927-0FE2D568C65A}" destId="{6B9868A4-876D-491B-B8A3-8F6ED156C612}" srcOrd="7" destOrd="0" presId="urn:microsoft.com/office/officeart/2008/layout/LinedList"/>
    <dgm:cxn modelId="{08395658-070C-411E-BA08-F62C17FB95BF}" type="presParOf" srcId="{6B9868A4-876D-491B-B8A3-8F6ED156C612}" destId="{FE1D71CA-A8AD-4952-8169-276B2C3689FC}" srcOrd="0" destOrd="0" presId="urn:microsoft.com/office/officeart/2008/layout/LinedList"/>
    <dgm:cxn modelId="{E21D6A14-BC5F-4E79-A5F8-DD3685BDA9A6}" type="presParOf" srcId="{6B9868A4-876D-491B-B8A3-8F6ED156C612}" destId="{BC33FF25-3D21-480D-A94D-0B94FE67D6F2}" srcOrd="1" destOrd="0" presId="urn:microsoft.com/office/officeart/2008/layout/LinedList"/>
    <dgm:cxn modelId="{47E07700-8A46-4E9E-993B-B4A791BCC0E3}" type="presParOf" srcId="{6B9868A4-876D-491B-B8A3-8F6ED156C612}" destId="{B6748063-5B18-4E70-8023-233AD80CC20F}" srcOrd="2" destOrd="0" presId="urn:microsoft.com/office/officeart/2008/layout/LinedList"/>
    <dgm:cxn modelId="{28CC5452-16EA-46FB-9E15-FE68BBF99DEE}" type="presParOf" srcId="{E33100E8-970B-4A00-9927-0FE2D568C65A}" destId="{B3974C27-71F1-4A43-8D8B-A13C93AD6930}" srcOrd="8" destOrd="0" presId="urn:microsoft.com/office/officeart/2008/layout/LinedList"/>
    <dgm:cxn modelId="{74114147-AE7A-43F9-9696-2C1A972EDFDE}" type="presParOf" srcId="{E33100E8-970B-4A00-9927-0FE2D568C65A}" destId="{12A70017-E10D-444A-A1C6-91A9036C223C}" srcOrd="9" destOrd="0" presId="urn:microsoft.com/office/officeart/2008/layout/LinedList"/>
    <dgm:cxn modelId="{40A32F2B-E7CB-477B-A732-8C436496ECAC}" type="presParOf" srcId="{E33100E8-970B-4A00-9927-0FE2D568C65A}" destId="{DA93B17E-F719-4F75-A8E2-794E2C79502C}" srcOrd="10" destOrd="0" presId="urn:microsoft.com/office/officeart/2008/layout/LinedList"/>
    <dgm:cxn modelId="{AE4D52D9-B896-4983-A8D5-CFD65ADBA434}" type="presParOf" srcId="{DA93B17E-F719-4F75-A8E2-794E2C79502C}" destId="{89EBA9B5-2392-42E7-9ACB-42E0C2417015}" srcOrd="0" destOrd="0" presId="urn:microsoft.com/office/officeart/2008/layout/LinedList"/>
    <dgm:cxn modelId="{E8D0E6E8-4626-4357-844E-B7F89C1983F9}" type="presParOf" srcId="{DA93B17E-F719-4F75-A8E2-794E2C79502C}" destId="{272BC5D6-84FD-45CE-930C-BC52143076D5}" srcOrd="1" destOrd="0" presId="urn:microsoft.com/office/officeart/2008/layout/LinedList"/>
    <dgm:cxn modelId="{DA621D7A-A37A-4C05-B86F-81A0BBA503EC}" type="presParOf" srcId="{DA93B17E-F719-4F75-A8E2-794E2C79502C}" destId="{6B924C79-C9B9-4F13-8E09-1D2C2F76E210}" srcOrd="2" destOrd="0" presId="urn:microsoft.com/office/officeart/2008/layout/LinedList"/>
    <dgm:cxn modelId="{0BAE983D-D2FA-4548-85A5-DE515A4131E9}" type="presParOf" srcId="{E33100E8-970B-4A00-9927-0FE2D568C65A}" destId="{8E1BDBE8-D6A5-4948-A0EB-66C11BBE5702}" srcOrd="11" destOrd="0" presId="urn:microsoft.com/office/officeart/2008/layout/LinedList"/>
    <dgm:cxn modelId="{29DD520F-B635-4ED2-A67E-ECEA8A63B856}" type="presParOf" srcId="{E33100E8-970B-4A00-9927-0FE2D568C65A}" destId="{7CB75CBE-3C8A-4EE9-B05D-738E06B049DB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26F33C5-F4F1-484D-9883-A2EDC72A18EE}" type="doc">
      <dgm:prSet loTypeId="urn:microsoft.com/office/officeart/2005/8/layout/process2" loCatId="process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el-GR"/>
        </a:p>
      </dgm:t>
    </dgm:pt>
    <dgm:pt modelId="{060A2248-F431-41C3-8581-F0AADBC43FDC}">
      <dgm:prSet phldrT="[Κείμενο]" custT="1"/>
      <dgm:spPr/>
      <dgm:t>
        <a:bodyPr/>
        <a:lstStyle/>
        <a:p>
          <a:r>
            <a: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Fault Attack Design</a:t>
          </a:r>
          <a:endParaRPr lang="el-GR" sz="2400" b="1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D0515E0-8233-47C2-AF47-AD71A75388C1}" type="parTrans" cxnId="{453CEF2B-4EBF-42B8-83E1-C148AFF7F062}">
      <dgm:prSet/>
      <dgm:spPr/>
      <dgm:t>
        <a:bodyPr/>
        <a:lstStyle/>
        <a:p>
          <a:endParaRPr lang="el-GR"/>
        </a:p>
      </dgm:t>
    </dgm:pt>
    <dgm:pt modelId="{55FB081D-1064-49B5-B70A-A945EB96C92C}" type="sibTrans" cxnId="{453CEF2B-4EBF-42B8-83E1-C148AFF7F062}">
      <dgm:prSet/>
      <dgm:spPr/>
      <dgm:t>
        <a:bodyPr/>
        <a:lstStyle/>
        <a:p>
          <a:endParaRPr lang="el-GR"/>
        </a:p>
      </dgm:t>
    </dgm:pt>
    <dgm:pt modelId="{A2BFBA84-C4B2-4E72-95E1-DB096835961A}">
      <dgm:prSet phldrT="[Κείμενο]" custT="1"/>
      <dgm:spPr/>
      <dgm:t>
        <a:bodyPr/>
        <a:lstStyle/>
        <a:p>
          <a:r>
            <a: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Fault Injection</a:t>
          </a:r>
          <a:endParaRPr lang="el-GR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0D221AD-8876-4CE2-83D1-F9C162F05121}" type="parTrans" cxnId="{F31F0BDD-A7B5-4430-8061-1C2D5BB1507B}">
      <dgm:prSet/>
      <dgm:spPr/>
      <dgm:t>
        <a:bodyPr/>
        <a:lstStyle/>
        <a:p>
          <a:endParaRPr lang="el-GR"/>
        </a:p>
      </dgm:t>
    </dgm:pt>
    <dgm:pt modelId="{AE3CA11A-7D8E-4926-AEDE-5B75F9DF14A6}" type="sibTrans" cxnId="{F31F0BDD-A7B5-4430-8061-1C2D5BB1507B}">
      <dgm:prSet/>
      <dgm:spPr/>
      <dgm:t>
        <a:bodyPr/>
        <a:lstStyle/>
        <a:p>
          <a:endParaRPr lang="el-GR"/>
        </a:p>
      </dgm:t>
    </dgm:pt>
    <dgm:pt modelId="{212AB249-185E-4816-A6D8-05BFE85D006F}">
      <dgm:prSet phldrT="[Κείμενο]" custT="1"/>
      <dgm:spPr/>
      <dgm:t>
        <a:bodyPr/>
        <a:lstStyle/>
        <a:p>
          <a:r>
            <a: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Fault Manifestation</a:t>
          </a:r>
          <a:endParaRPr lang="el-GR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8297E3D-910F-4980-89F6-EB504BA796E1}" type="parTrans" cxnId="{0B133951-CACA-4385-AD47-1956A2737662}">
      <dgm:prSet/>
      <dgm:spPr/>
      <dgm:t>
        <a:bodyPr/>
        <a:lstStyle/>
        <a:p>
          <a:endParaRPr lang="el-GR"/>
        </a:p>
      </dgm:t>
    </dgm:pt>
    <dgm:pt modelId="{12A1D47A-AF78-44CA-8EC2-7A0AE4EFBB5B}" type="sibTrans" cxnId="{0B133951-CACA-4385-AD47-1956A2737662}">
      <dgm:prSet/>
      <dgm:spPr/>
      <dgm:t>
        <a:bodyPr/>
        <a:lstStyle/>
        <a:p>
          <a:endParaRPr lang="el-GR"/>
        </a:p>
      </dgm:t>
    </dgm:pt>
    <dgm:pt modelId="{4F242157-2FDA-429B-848B-AEC2231B09A8}">
      <dgm:prSet custT="1"/>
      <dgm:spPr/>
      <dgm:t>
        <a:bodyPr/>
        <a:lstStyle/>
        <a:p>
          <a:r>
            <a: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Fault Propagation</a:t>
          </a:r>
          <a:endParaRPr lang="el-GR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579F3E-1E1A-4AC5-AE7E-67AD35CD3836}" type="parTrans" cxnId="{6EB2A526-06FB-4BAF-8449-479481423E47}">
      <dgm:prSet/>
      <dgm:spPr/>
      <dgm:t>
        <a:bodyPr/>
        <a:lstStyle/>
        <a:p>
          <a:endParaRPr lang="el-GR"/>
        </a:p>
      </dgm:t>
    </dgm:pt>
    <dgm:pt modelId="{DD650657-FA14-4A8B-A45B-AB72E1DBFFA6}" type="sibTrans" cxnId="{6EB2A526-06FB-4BAF-8449-479481423E47}">
      <dgm:prSet/>
      <dgm:spPr/>
      <dgm:t>
        <a:bodyPr/>
        <a:lstStyle/>
        <a:p>
          <a:endParaRPr lang="el-GR"/>
        </a:p>
      </dgm:t>
    </dgm:pt>
    <dgm:pt modelId="{5D31FE00-D9FA-439C-96BB-7A6902BD30BA}">
      <dgm:prSet custT="1"/>
      <dgm:spPr/>
      <dgm:t>
        <a:bodyPr/>
        <a:lstStyle/>
        <a:p>
          <a:r>
            <a: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Fault Observation</a:t>
          </a:r>
          <a:endParaRPr lang="el-GR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23E5225-18B3-4936-AB11-D5915FD7D456}" type="parTrans" cxnId="{13015F0D-A611-4F5F-B028-BC5988360FFE}">
      <dgm:prSet/>
      <dgm:spPr/>
      <dgm:t>
        <a:bodyPr/>
        <a:lstStyle/>
        <a:p>
          <a:endParaRPr lang="el-GR"/>
        </a:p>
      </dgm:t>
    </dgm:pt>
    <dgm:pt modelId="{8E522B00-513A-44EA-9034-F09629FAB22E}" type="sibTrans" cxnId="{13015F0D-A611-4F5F-B028-BC5988360FFE}">
      <dgm:prSet/>
      <dgm:spPr/>
      <dgm:t>
        <a:bodyPr/>
        <a:lstStyle/>
        <a:p>
          <a:endParaRPr lang="el-GR"/>
        </a:p>
      </dgm:t>
    </dgm:pt>
    <dgm:pt modelId="{DAAEC27C-6FBF-4ACA-B117-FC66B5514EE9}">
      <dgm:prSet custT="1"/>
      <dgm:spPr/>
      <dgm:t>
        <a:bodyPr/>
        <a:lstStyle/>
        <a:p>
          <a:r>
            <a:rPr 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Fault Exploitation</a:t>
          </a:r>
          <a:endParaRPr lang="el-GR" sz="24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1584C3-D6CB-401B-B95C-0954910F3C4D}" type="parTrans" cxnId="{81EA90ED-5191-44F6-8597-AA6F5E279DB8}">
      <dgm:prSet/>
      <dgm:spPr/>
      <dgm:t>
        <a:bodyPr/>
        <a:lstStyle/>
        <a:p>
          <a:endParaRPr lang="el-GR"/>
        </a:p>
      </dgm:t>
    </dgm:pt>
    <dgm:pt modelId="{34E8F719-5E7D-4FDC-8F19-3DACF17DF594}" type="sibTrans" cxnId="{81EA90ED-5191-44F6-8597-AA6F5E279DB8}">
      <dgm:prSet/>
      <dgm:spPr/>
      <dgm:t>
        <a:bodyPr/>
        <a:lstStyle/>
        <a:p>
          <a:endParaRPr lang="el-GR"/>
        </a:p>
      </dgm:t>
    </dgm:pt>
    <dgm:pt modelId="{648CA7DD-54CD-48ED-AB27-3DA26BD8A67A}" type="pres">
      <dgm:prSet presAssocID="{E26F33C5-F4F1-484D-9883-A2EDC72A18EE}" presName="linearFlow" presStyleCnt="0">
        <dgm:presLayoutVars>
          <dgm:resizeHandles val="exact"/>
        </dgm:presLayoutVars>
      </dgm:prSet>
      <dgm:spPr/>
    </dgm:pt>
    <dgm:pt modelId="{5AB9A408-4886-4578-8175-52C5E46635C6}" type="pres">
      <dgm:prSet presAssocID="{060A2248-F431-41C3-8581-F0AADBC43FDC}" presName="node" presStyleLbl="node1" presStyleIdx="0" presStyleCnt="6">
        <dgm:presLayoutVars>
          <dgm:bulletEnabled val="1"/>
        </dgm:presLayoutVars>
      </dgm:prSet>
      <dgm:spPr/>
    </dgm:pt>
    <dgm:pt modelId="{87379782-9A0A-4B00-9DE7-E38945841748}" type="pres">
      <dgm:prSet presAssocID="{55FB081D-1064-49B5-B70A-A945EB96C92C}" presName="sibTrans" presStyleLbl="sibTrans2D1" presStyleIdx="0" presStyleCnt="5"/>
      <dgm:spPr/>
    </dgm:pt>
    <dgm:pt modelId="{F9465094-4E28-4CF9-9A35-96D55A382818}" type="pres">
      <dgm:prSet presAssocID="{55FB081D-1064-49B5-B70A-A945EB96C92C}" presName="connectorText" presStyleLbl="sibTrans2D1" presStyleIdx="0" presStyleCnt="5"/>
      <dgm:spPr/>
    </dgm:pt>
    <dgm:pt modelId="{0693F924-81E1-47B2-868E-074EC315ADC7}" type="pres">
      <dgm:prSet presAssocID="{A2BFBA84-C4B2-4E72-95E1-DB096835961A}" presName="node" presStyleLbl="node1" presStyleIdx="1" presStyleCnt="6" custLinFactNeighborX="-50486">
        <dgm:presLayoutVars>
          <dgm:bulletEnabled val="1"/>
        </dgm:presLayoutVars>
      </dgm:prSet>
      <dgm:spPr/>
    </dgm:pt>
    <dgm:pt modelId="{EF105CC4-07F4-4662-AFCD-10A77D48F78D}" type="pres">
      <dgm:prSet presAssocID="{AE3CA11A-7D8E-4926-AEDE-5B75F9DF14A6}" presName="sibTrans" presStyleLbl="sibTrans2D1" presStyleIdx="1" presStyleCnt="5"/>
      <dgm:spPr/>
    </dgm:pt>
    <dgm:pt modelId="{0433F675-9A52-4302-AD40-4ED9943D10F0}" type="pres">
      <dgm:prSet presAssocID="{AE3CA11A-7D8E-4926-AEDE-5B75F9DF14A6}" presName="connectorText" presStyleLbl="sibTrans2D1" presStyleIdx="1" presStyleCnt="5"/>
      <dgm:spPr/>
    </dgm:pt>
    <dgm:pt modelId="{F5DCCE1B-CC14-453E-BAD8-AB25F939166F}" type="pres">
      <dgm:prSet presAssocID="{212AB249-185E-4816-A6D8-05BFE85D006F}" presName="node" presStyleLbl="node1" presStyleIdx="2" presStyleCnt="6">
        <dgm:presLayoutVars>
          <dgm:bulletEnabled val="1"/>
        </dgm:presLayoutVars>
      </dgm:prSet>
      <dgm:spPr/>
    </dgm:pt>
    <dgm:pt modelId="{3621F558-9A38-4119-BC83-B1D973FE7886}" type="pres">
      <dgm:prSet presAssocID="{12A1D47A-AF78-44CA-8EC2-7A0AE4EFBB5B}" presName="sibTrans" presStyleLbl="sibTrans2D1" presStyleIdx="2" presStyleCnt="5"/>
      <dgm:spPr/>
    </dgm:pt>
    <dgm:pt modelId="{D317B4B1-24BE-4721-A16E-308FB22386E2}" type="pres">
      <dgm:prSet presAssocID="{12A1D47A-AF78-44CA-8EC2-7A0AE4EFBB5B}" presName="connectorText" presStyleLbl="sibTrans2D1" presStyleIdx="2" presStyleCnt="5"/>
      <dgm:spPr/>
    </dgm:pt>
    <dgm:pt modelId="{C950ED46-E953-4489-95EA-E94506ADA107}" type="pres">
      <dgm:prSet presAssocID="{4F242157-2FDA-429B-848B-AEC2231B09A8}" presName="node" presStyleLbl="node1" presStyleIdx="3" presStyleCnt="6">
        <dgm:presLayoutVars>
          <dgm:bulletEnabled val="1"/>
        </dgm:presLayoutVars>
      </dgm:prSet>
      <dgm:spPr/>
    </dgm:pt>
    <dgm:pt modelId="{0513BB56-255B-4CDF-AFB1-0CDAFDEB39D4}" type="pres">
      <dgm:prSet presAssocID="{DD650657-FA14-4A8B-A45B-AB72E1DBFFA6}" presName="sibTrans" presStyleLbl="sibTrans2D1" presStyleIdx="3" presStyleCnt="5"/>
      <dgm:spPr/>
    </dgm:pt>
    <dgm:pt modelId="{A60B3D38-B3F4-46D5-A11F-55222AB984B7}" type="pres">
      <dgm:prSet presAssocID="{DD650657-FA14-4A8B-A45B-AB72E1DBFFA6}" presName="connectorText" presStyleLbl="sibTrans2D1" presStyleIdx="3" presStyleCnt="5"/>
      <dgm:spPr/>
    </dgm:pt>
    <dgm:pt modelId="{C91BB07C-229A-47DF-A1BE-3364A2CC9460}" type="pres">
      <dgm:prSet presAssocID="{5D31FE00-D9FA-439C-96BB-7A6902BD30BA}" presName="node" presStyleLbl="node1" presStyleIdx="4" presStyleCnt="6">
        <dgm:presLayoutVars>
          <dgm:bulletEnabled val="1"/>
        </dgm:presLayoutVars>
      </dgm:prSet>
      <dgm:spPr/>
    </dgm:pt>
    <dgm:pt modelId="{115725C2-7221-4BE3-A3EE-C8A5442FA9A8}" type="pres">
      <dgm:prSet presAssocID="{8E522B00-513A-44EA-9034-F09629FAB22E}" presName="sibTrans" presStyleLbl="sibTrans2D1" presStyleIdx="4" presStyleCnt="5"/>
      <dgm:spPr/>
    </dgm:pt>
    <dgm:pt modelId="{19995A15-172B-4EB7-B63F-580B71663762}" type="pres">
      <dgm:prSet presAssocID="{8E522B00-513A-44EA-9034-F09629FAB22E}" presName="connectorText" presStyleLbl="sibTrans2D1" presStyleIdx="4" presStyleCnt="5"/>
      <dgm:spPr/>
    </dgm:pt>
    <dgm:pt modelId="{612D62F4-AA8D-415E-8F5B-D419C4A79742}" type="pres">
      <dgm:prSet presAssocID="{DAAEC27C-6FBF-4ACA-B117-FC66B5514EE9}" presName="node" presStyleLbl="node1" presStyleIdx="5" presStyleCnt="6">
        <dgm:presLayoutVars>
          <dgm:bulletEnabled val="1"/>
        </dgm:presLayoutVars>
      </dgm:prSet>
      <dgm:spPr/>
    </dgm:pt>
  </dgm:ptLst>
  <dgm:cxnLst>
    <dgm:cxn modelId="{1C791B0D-38E8-4C47-9800-079565C61911}" type="presOf" srcId="{E26F33C5-F4F1-484D-9883-A2EDC72A18EE}" destId="{648CA7DD-54CD-48ED-AB27-3DA26BD8A67A}" srcOrd="0" destOrd="0" presId="urn:microsoft.com/office/officeart/2005/8/layout/process2"/>
    <dgm:cxn modelId="{13015F0D-A611-4F5F-B028-BC5988360FFE}" srcId="{E26F33C5-F4F1-484D-9883-A2EDC72A18EE}" destId="{5D31FE00-D9FA-439C-96BB-7A6902BD30BA}" srcOrd="4" destOrd="0" parTransId="{123E5225-18B3-4936-AB11-D5915FD7D456}" sibTransId="{8E522B00-513A-44EA-9034-F09629FAB22E}"/>
    <dgm:cxn modelId="{42B09A11-054E-4B0D-B0ED-DD265D281B4C}" type="presOf" srcId="{DD650657-FA14-4A8B-A45B-AB72E1DBFFA6}" destId="{0513BB56-255B-4CDF-AFB1-0CDAFDEB39D4}" srcOrd="0" destOrd="0" presId="urn:microsoft.com/office/officeart/2005/8/layout/process2"/>
    <dgm:cxn modelId="{6EB2A526-06FB-4BAF-8449-479481423E47}" srcId="{E26F33C5-F4F1-484D-9883-A2EDC72A18EE}" destId="{4F242157-2FDA-429B-848B-AEC2231B09A8}" srcOrd="3" destOrd="0" parTransId="{13579F3E-1E1A-4AC5-AE7E-67AD35CD3836}" sibTransId="{DD650657-FA14-4A8B-A45B-AB72E1DBFFA6}"/>
    <dgm:cxn modelId="{19280E2B-FE4D-4C46-9EFE-97DCA3CCD546}" type="presOf" srcId="{55FB081D-1064-49B5-B70A-A945EB96C92C}" destId="{F9465094-4E28-4CF9-9A35-96D55A382818}" srcOrd="1" destOrd="0" presId="urn:microsoft.com/office/officeart/2005/8/layout/process2"/>
    <dgm:cxn modelId="{453CEF2B-4EBF-42B8-83E1-C148AFF7F062}" srcId="{E26F33C5-F4F1-484D-9883-A2EDC72A18EE}" destId="{060A2248-F431-41C3-8581-F0AADBC43FDC}" srcOrd="0" destOrd="0" parTransId="{6D0515E0-8233-47C2-AF47-AD71A75388C1}" sibTransId="{55FB081D-1064-49B5-B70A-A945EB96C92C}"/>
    <dgm:cxn modelId="{34299638-0F9E-4B37-B66D-0413A69A253E}" type="presOf" srcId="{DAAEC27C-6FBF-4ACA-B117-FC66B5514EE9}" destId="{612D62F4-AA8D-415E-8F5B-D419C4A79742}" srcOrd="0" destOrd="0" presId="urn:microsoft.com/office/officeart/2005/8/layout/process2"/>
    <dgm:cxn modelId="{6496B45D-213D-4724-85C0-8FD10336B709}" type="presOf" srcId="{55FB081D-1064-49B5-B70A-A945EB96C92C}" destId="{87379782-9A0A-4B00-9DE7-E38945841748}" srcOrd="0" destOrd="0" presId="urn:microsoft.com/office/officeart/2005/8/layout/process2"/>
    <dgm:cxn modelId="{CE11BC62-32F5-4E14-8490-73475BE2D03B}" type="presOf" srcId="{12A1D47A-AF78-44CA-8EC2-7A0AE4EFBB5B}" destId="{D317B4B1-24BE-4721-A16E-308FB22386E2}" srcOrd="1" destOrd="0" presId="urn:microsoft.com/office/officeart/2005/8/layout/process2"/>
    <dgm:cxn modelId="{7B19D646-220B-42EC-B1FE-587FFE5EBAB9}" type="presOf" srcId="{8E522B00-513A-44EA-9034-F09629FAB22E}" destId="{115725C2-7221-4BE3-A3EE-C8A5442FA9A8}" srcOrd="0" destOrd="0" presId="urn:microsoft.com/office/officeart/2005/8/layout/process2"/>
    <dgm:cxn modelId="{BCBF7E67-D58C-4396-9260-A2DF9DE088BE}" type="presOf" srcId="{8E522B00-513A-44EA-9034-F09629FAB22E}" destId="{19995A15-172B-4EB7-B63F-580B71663762}" srcOrd="1" destOrd="0" presId="urn:microsoft.com/office/officeart/2005/8/layout/process2"/>
    <dgm:cxn modelId="{C51C244B-51FC-4F21-A4D9-8098D554BB50}" type="presOf" srcId="{AE3CA11A-7D8E-4926-AEDE-5B75F9DF14A6}" destId="{EF105CC4-07F4-4662-AFCD-10A77D48F78D}" srcOrd="0" destOrd="0" presId="urn:microsoft.com/office/officeart/2005/8/layout/process2"/>
    <dgm:cxn modelId="{0B133951-CACA-4385-AD47-1956A2737662}" srcId="{E26F33C5-F4F1-484D-9883-A2EDC72A18EE}" destId="{212AB249-185E-4816-A6D8-05BFE85D006F}" srcOrd="2" destOrd="0" parTransId="{A8297E3D-910F-4980-89F6-EB504BA796E1}" sibTransId="{12A1D47A-AF78-44CA-8EC2-7A0AE4EFBB5B}"/>
    <dgm:cxn modelId="{27AC1E58-9AEE-40BC-B727-BDEA807298F4}" type="presOf" srcId="{060A2248-F431-41C3-8581-F0AADBC43FDC}" destId="{5AB9A408-4886-4578-8175-52C5E46635C6}" srcOrd="0" destOrd="0" presId="urn:microsoft.com/office/officeart/2005/8/layout/process2"/>
    <dgm:cxn modelId="{C6BBB183-8DFD-49F0-A36B-B5CA725F5464}" type="presOf" srcId="{AE3CA11A-7D8E-4926-AEDE-5B75F9DF14A6}" destId="{0433F675-9A52-4302-AD40-4ED9943D10F0}" srcOrd="1" destOrd="0" presId="urn:microsoft.com/office/officeart/2005/8/layout/process2"/>
    <dgm:cxn modelId="{BE1B8385-B348-4965-8742-FA8980751EA9}" type="presOf" srcId="{212AB249-185E-4816-A6D8-05BFE85D006F}" destId="{F5DCCE1B-CC14-453E-BAD8-AB25F939166F}" srcOrd="0" destOrd="0" presId="urn:microsoft.com/office/officeart/2005/8/layout/process2"/>
    <dgm:cxn modelId="{420E0FB2-0B5D-4C40-98CD-3CE9073AA812}" type="presOf" srcId="{A2BFBA84-C4B2-4E72-95E1-DB096835961A}" destId="{0693F924-81E1-47B2-868E-074EC315ADC7}" srcOrd="0" destOrd="0" presId="urn:microsoft.com/office/officeart/2005/8/layout/process2"/>
    <dgm:cxn modelId="{1EA562CA-77A4-471B-B475-AD30B9BB0939}" type="presOf" srcId="{12A1D47A-AF78-44CA-8EC2-7A0AE4EFBB5B}" destId="{3621F558-9A38-4119-BC83-B1D973FE7886}" srcOrd="0" destOrd="0" presId="urn:microsoft.com/office/officeart/2005/8/layout/process2"/>
    <dgm:cxn modelId="{40415ACF-4997-4457-8538-FFF772C004BC}" type="presOf" srcId="{DD650657-FA14-4A8B-A45B-AB72E1DBFFA6}" destId="{A60B3D38-B3F4-46D5-A11F-55222AB984B7}" srcOrd="1" destOrd="0" presId="urn:microsoft.com/office/officeart/2005/8/layout/process2"/>
    <dgm:cxn modelId="{77EA55D4-0A91-48CE-9B1E-6E6079680ADF}" type="presOf" srcId="{5D31FE00-D9FA-439C-96BB-7A6902BD30BA}" destId="{C91BB07C-229A-47DF-A1BE-3364A2CC9460}" srcOrd="0" destOrd="0" presId="urn:microsoft.com/office/officeart/2005/8/layout/process2"/>
    <dgm:cxn modelId="{F31F0BDD-A7B5-4430-8061-1C2D5BB1507B}" srcId="{E26F33C5-F4F1-484D-9883-A2EDC72A18EE}" destId="{A2BFBA84-C4B2-4E72-95E1-DB096835961A}" srcOrd="1" destOrd="0" parTransId="{00D221AD-8876-4CE2-83D1-F9C162F05121}" sibTransId="{AE3CA11A-7D8E-4926-AEDE-5B75F9DF14A6}"/>
    <dgm:cxn modelId="{81EA90ED-5191-44F6-8597-AA6F5E279DB8}" srcId="{E26F33C5-F4F1-484D-9883-A2EDC72A18EE}" destId="{DAAEC27C-6FBF-4ACA-B117-FC66B5514EE9}" srcOrd="5" destOrd="0" parTransId="{EC1584C3-D6CB-401B-B95C-0954910F3C4D}" sibTransId="{34E8F719-5E7D-4FDC-8F19-3DACF17DF594}"/>
    <dgm:cxn modelId="{D9E144F0-CC37-4BC7-9B52-88C308FA562E}" type="presOf" srcId="{4F242157-2FDA-429B-848B-AEC2231B09A8}" destId="{C950ED46-E953-4489-95EA-E94506ADA107}" srcOrd="0" destOrd="0" presId="urn:microsoft.com/office/officeart/2005/8/layout/process2"/>
    <dgm:cxn modelId="{19C17DF4-0D49-42F9-832F-12D1E486514F}" type="presParOf" srcId="{648CA7DD-54CD-48ED-AB27-3DA26BD8A67A}" destId="{5AB9A408-4886-4578-8175-52C5E46635C6}" srcOrd="0" destOrd="0" presId="urn:microsoft.com/office/officeart/2005/8/layout/process2"/>
    <dgm:cxn modelId="{D952E783-7BB7-4751-AC87-43E92C3A8E9D}" type="presParOf" srcId="{648CA7DD-54CD-48ED-AB27-3DA26BD8A67A}" destId="{87379782-9A0A-4B00-9DE7-E38945841748}" srcOrd="1" destOrd="0" presId="urn:microsoft.com/office/officeart/2005/8/layout/process2"/>
    <dgm:cxn modelId="{517F6FCD-25E4-4AC5-8F3D-CF7222427497}" type="presParOf" srcId="{87379782-9A0A-4B00-9DE7-E38945841748}" destId="{F9465094-4E28-4CF9-9A35-96D55A382818}" srcOrd="0" destOrd="0" presId="urn:microsoft.com/office/officeart/2005/8/layout/process2"/>
    <dgm:cxn modelId="{29C863AC-9777-4E34-B339-F74071DF9518}" type="presParOf" srcId="{648CA7DD-54CD-48ED-AB27-3DA26BD8A67A}" destId="{0693F924-81E1-47B2-868E-074EC315ADC7}" srcOrd="2" destOrd="0" presId="urn:microsoft.com/office/officeart/2005/8/layout/process2"/>
    <dgm:cxn modelId="{104D8B18-AF42-4A4D-81E8-A8964583F621}" type="presParOf" srcId="{648CA7DD-54CD-48ED-AB27-3DA26BD8A67A}" destId="{EF105CC4-07F4-4662-AFCD-10A77D48F78D}" srcOrd="3" destOrd="0" presId="urn:microsoft.com/office/officeart/2005/8/layout/process2"/>
    <dgm:cxn modelId="{468E34A7-986F-41CB-881B-F09D3CE24376}" type="presParOf" srcId="{EF105CC4-07F4-4662-AFCD-10A77D48F78D}" destId="{0433F675-9A52-4302-AD40-4ED9943D10F0}" srcOrd="0" destOrd="0" presId="urn:microsoft.com/office/officeart/2005/8/layout/process2"/>
    <dgm:cxn modelId="{FEE096CD-47DB-43E9-B74B-11ED8F2CFD7A}" type="presParOf" srcId="{648CA7DD-54CD-48ED-AB27-3DA26BD8A67A}" destId="{F5DCCE1B-CC14-453E-BAD8-AB25F939166F}" srcOrd="4" destOrd="0" presId="urn:microsoft.com/office/officeart/2005/8/layout/process2"/>
    <dgm:cxn modelId="{648C2B0E-D324-48E2-BFA6-49052237B1B3}" type="presParOf" srcId="{648CA7DD-54CD-48ED-AB27-3DA26BD8A67A}" destId="{3621F558-9A38-4119-BC83-B1D973FE7886}" srcOrd="5" destOrd="0" presId="urn:microsoft.com/office/officeart/2005/8/layout/process2"/>
    <dgm:cxn modelId="{CEC4A81A-EC8C-4421-AEC3-31979CCB50A2}" type="presParOf" srcId="{3621F558-9A38-4119-BC83-B1D973FE7886}" destId="{D317B4B1-24BE-4721-A16E-308FB22386E2}" srcOrd="0" destOrd="0" presId="urn:microsoft.com/office/officeart/2005/8/layout/process2"/>
    <dgm:cxn modelId="{2777BA46-9815-4783-9A67-D6120F7404CF}" type="presParOf" srcId="{648CA7DD-54CD-48ED-AB27-3DA26BD8A67A}" destId="{C950ED46-E953-4489-95EA-E94506ADA107}" srcOrd="6" destOrd="0" presId="urn:microsoft.com/office/officeart/2005/8/layout/process2"/>
    <dgm:cxn modelId="{979A3097-5F14-47C9-A15C-ED73BCA49079}" type="presParOf" srcId="{648CA7DD-54CD-48ED-AB27-3DA26BD8A67A}" destId="{0513BB56-255B-4CDF-AFB1-0CDAFDEB39D4}" srcOrd="7" destOrd="0" presId="urn:microsoft.com/office/officeart/2005/8/layout/process2"/>
    <dgm:cxn modelId="{F4308B3F-F33B-4079-8A8A-498B5157FBF4}" type="presParOf" srcId="{0513BB56-255B-4CDF-AFB1-0CDAFDEB39D4}" destId="{A60B3D38-B3F4-46D5-A11F-55222AB984B7}" srcOrd="0" destOrd="0" presId="urn:microsoft.com/office/officeart/2005/8/layout/process2"/>
    <dgm:cxn modelId="{ECDAAC27-332B-43DC-A26B-3EFCE6A0A3C1}" type="presParOf" srcId="{648CA7DD-54CD-48ED-AB27-3DA26BD8A67A}" destId="{C91BB07C-229A-47DF-A1BE-3364A2CC9460}" srcOrd="8" destOrd="0" presId="urn:microsoft.com/office/officeart/2005/8/layout/process2"/>
    <dgm:cxn modelId="{A81A4C67-7F0E-475A-97B1-DE7E9ABF6C00}" type="presParOf" srcId="{648CA7DD-54CD-48ED-AB27-3DA26BD8A67A}" destId="{115725C2-7221-4BE3-A3EE-C8A5442FA9A8}" srcOrd="9" destOrd="0" presId="urn:microsoft.com/office/officeart/2005/8/layout/process2"/>
    <dgm:cxn modelId="{9493D747-5216-4FFA-A253-540A0E2EDC54}" type="presParOf" srcId="{115725C2-7221-4BE3-A3EE-C8A5442FA9A8}" destId="{19995A15-172B-4EB7-B63F-580B71663762}" srcOrd="0" destOrd="0" presId="urn:microsoft.com/office/officeart/2005/8/layout/process2"/>
    <dgm:cxn modelId="{0F0D9791-2353-4AE0-A64C-055532E7B0BF}" type="presParOf" srcId="{648CA7DD-54CD-48ED-AB27-3DA26BD8A67A}" destId="{612D62F4-AA8D-415E-8F5B-D419C4A79742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52A58E8-852B-41D7-8208-3C64D9674B54}" type="doc">
      <dgm:prSet loTypeId="urn:microsoft.com/office/officeart/2008/layout/IncreasingCircleProcess" loCatId="list" qsTypeId="urn:microsoft.com/office/officeart/2005/8/quickstyle/simple2" qsCatId="simple" csTypeId="urn:microsoft.com/office/officeart/2005/8/colors/accent2_1" csCatId="accent2" phldr="1"/>
      <dgm:spPr/>
      <dgm:t>
        <a:bodyPr/>
        <a:lstStyle/>
        <a:p>
          <a:endParaRPr lang="el-GR"/>
        </a:p>
      </dgm:t>
    </dgm:pt>
    <dgm:pt modelId="{6B38CEE4-D951-455F-9ED7-6770435C473A}">
      <dgm:prSet phldrT="[Κείμενο]" phldr="0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MOSFET Crowbar</a:t>
          </a:r>
          <a:endParaRPr lang="el-GR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8723C08-414A-4D30-BD74-5AA3B91DCA81}" type="parTrans" cxnId="{A15EE70E-6C33-45FB-830C-129317E2A197}">
      <dgm:prSet/>
      <dgm:spPr/>
      <dgm:t>
        <a:bodyPr/>
        <a:lstStyle/>
        <a:p>
          <a:endParaRPr lang="el-GR"/>
        </a:p>
      </dgm:t>
    </dgm:pt>
    <dgm:pt modelId="{A25FB502-6E88-4B80-99ED-204E19C1485C}" type="sibTrans" cxnId="{A15EE70E-6C33-45FB-830C-129317E2A197}">
      <dgm:prSet/>
      <dgm:spPr/>
      <dgm:t>
        <a:bodyPr/>
        <a:lstStyle/>
        <a:p>
          <a:endParaRPr lang="el-GR"/>
        </a:p>
      </dgm:t>
    </dgm:pt>
    <dgm:pt modelId="{E6CAB4CC-2F6F-47A1-B90A-80F7B0D17A88}">
      <dgm:prSet phldrT="[Κείμενο]" phldr="0" custT="1"/>
      <dgm:spPr/>
      <dgm:t>
        <a:bodyPr/>
        <a:lstStyle/>
        <a:p>
          <a:pPr>
            <a:buNone/>
          </a:pPr>
          <a:r>
            <a:rPr lang="el-GR" sz="2400" i="1" dirty="0">
              <a:latin typeface="Times New Roman" panose="02020603050405020304" pitchFamily="18" charset="0"/>
              <a:cs typeface="Times New Roman" panose="02020603050405020304" pitchFamily="18" charset="0"/>
            </a:rPr>
            <a:t>Χαμηλό κόστος.</a:t>
          </a:r>
        </a:p>
      </dgm:t>
    </dgm:pt>
    <dgm:pt modelId="{BDA2D821-16FC-4088-9A60-59628D1DB759}" type="parTrans" cxnId="{9E678715-FC73-48CB-838C-A6C85FC85B23}">
      <dgm:prSet/>
      <dgm:spPr/>
      <dgm:t>
        <a:bodyPr/>
        <a:lstStyle/>
        <a:p>
          <a:endParaRPr lang="el-GR"/>
        </a:p>
      </dgm:t>
    </dgm:pt>
    <dgm:pt modelId="{FB60093B-0D91-42F6-B580-E020E7EEBE50}" type="sibTrans" cxnId="{9E678715-FC73-48CB-838C-A6C85FC85B23}">
      <dgm:prSet/>
      <dgm:spPr/>
      <dgm:t>
        <a:bodyPr/>
        <a:lstStyle/>
        <a:p>
          <a:endParaRPr lang="el-GR"/>
        </a:p>
      </dgm:t>
    </dgm:pt>
    <dgm:pt modelId="{F6D55904-C192-4192-9D1A-E1F5AD2100E3}">
      <dgm:prSet phldrT="[Κείμενο]" phldr="0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Crowbar-LC</a:t>
          </a:r>
          <a:endParaRPr lang="el-GR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C599045-6042-4A08-B35A-61DF2D8A03D8}" type="parTrans" cxnId="{9392A8D4-453F-4CF0-A3E2-3F4E0048F4F4}">
      <dgm:prSet/>
      <dgm:spPr/>
      <dgm:t>
        <a:bodyPr/>
        <a:lstStyle/>
        <a:p>
          <a:endParaRPr lang="el-GR"/>
        </a:p>
      </dgm:t>
    </dgm:pt>
    <dgm:pt modelId="{DCCB8856-947D-400F-85E7-F9CE0EA96D5F}" type="sibTrans" cxnId="{9392A8D4-453F-4CF0-A3E2-3F4E0048F4F4}">
      <dgm:prSet/>
      <dgm:spPr/>
      <dgm:t>
        <a:bodyPr/>
        <a:lstStyle/>
        <a:p>
          <a:endParaRPr lang="el-GR"/>
        </a:p>
      </dgm:t>
    </dgm:pt>
    <dgm:pt modelId="{7B26F9EE-A140-4F32-9408-98F4F4EA446B}">
      <dgm:prSet phldrT="[Κείμενο]" phldr="0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l-GR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Μείωση θορύβου λόγω πυκνωτή και πηνίου.</a:t>
          </a:r>
        </a:p>
        <a:p>
          <a:pPr algn="l">
            <a:buFont typeface="Arial" panose="020B0604020202020204" pitchFamily="34" charset="0"/>
            <a:buChar char="•"/>
          </a:pPr>
          <a:endParaRPr lang="el-GR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B6906A9-A9A5-46BF-B911-C331E6AF7435}" type="parTrans" cxnId="{4AC77B21-C864-4A1C-8080-585B41FDCD30}">
      <dgm:prSet/>
      <dgm:spPr/>
      <dgm:t>
        <a:bodyPr/>
        <a:lstStyle/>
        <a:p>
          <a:endParaRPr lang="el-GR"/>
        </a:p>
      </dgm:t>
    </dgm:pt>
    <dgm:pt modelId="{7FFB3765-DE89-4533-8C52-149257B0284D}" type="sibTrans" cxnId="{4AC77B21-C864-4A1C-8080-585B41FDCD30}">
      <dgm:prSet/>
      <dgm:spPr/>
      <dgm:t>
        <a:bodyPr/>
        <a:lstStyle/>
        <a:p>
          <a:endParaRPr lang="el-GR"/>
        </a:p>
      </dgm:t>
    </dgm:pt>
    <dgm:pt modelId="{E31A1E40-7F9B-4685-8280-6C10143F23BF}">
      <dgm:prSet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ChipWhisperer</a:t>
          </a:r>
          <a:endParaRPr lang="el-GR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E62BA19-9590-4ED9-84E8-F1CC22803744}" type="parTrans" cxnId="{138354BC-4001-4A9C-BB8D-E4C8DAE91841}">
      <dgm:prSet/>
      <dgm:spPr/>
      <dgm:t>
        <a:bodyPr/>
        <a:lstStyle/>
        <a:p>
          <a:endParaRPr lang="el-GR"/>
        </a:p>
      </dgm:t>
    </dgm:pt>
    <dgm:pt modelId="{4E94CAEE-9048-4D1F-9CAC-BCA80F92D693}" type="sibTrans" cxnId="{138354BC-4001-4A9C-BB8D-E4C8DAE91841}">
      <dgm:prSet/>
      <dgm:spPr/>
      <dgm:t>
        <a:bodyPr/>
        <a:lstStyle/>
        <a:p>
          <a:endParaRPr lang="el-GR"/>
        </a:p>
      </dgm:t>
    </dgm:pt>
    <dgm:pt modelId="{3E5612C4-08F6-46AC-847A-D2659B203DC6}">
      <dgm:prSet custT="1"/>
      <dgm:spPr/>
      <dgm:t>
        <a:bodyPr/>
        <a:lstStyle/>
        <a:p>
          <a:pPr>
            <a:buFont typeface="Arial" panose="020B0604020202020204" pitchFamily="34" charset="0"/>
            <a:buNone/>
          </a:pPr>
          <a:endParaRPr lang="el-GR" sz="2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Font typeface="Arial" panose="020B0604020202020204" pitchFamily="34" charset="0"/>
            <a:buNone/>
          </a:pPr>
          <a:r>
            <a:rPr lang="el-GR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Πλατφόρμα ανοικτού κώδικα για </a:t>
          </a:r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side</a:t>
          </a:r>
          <a:r>
            <a:rPr lang="el-GR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channel attacks </a:t>
          </a:r>
          <a:r>
            <a:rPr lang="el-GR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και </a:t>
          </a:r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fault injection attacks</a:t>
          </a:r>
          <a:r>
            <a:rPr lang="el-GR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  <a:p>
          <a:pPr>
            <a:buFont typeface="Arial" panose="020B0604020202020204" pitchFamily="34" charset="0"/>
            <a:buNone/>
          </a:pPr>
          <a:endParaRPr lang="el-GR" sz="2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97C5715-33F4-4298-8AB6-A7339F334325}" type="parTrans" cxnId="{26741669-AE5F-4F21-83D1-A99A5E535E8B}">
      <dgm:prSet/>
      <dgm:spPr/>
      <dgm:t>
        <a:bodyPr/>
        <a:lstStyle/>
        <a:p>
          <a:endParaRPr lang="el-GR"/>
        </a:p>
      </dgm:t>
    </dgm:pt>
    <dgm:pt modelId="{A906DA21-B72A-40CE-982C-BB424D4CDAD6}" type="sibTrans" cxnId="{26741669-AE5F-4F21-83D1-A99A5E535E8B}">
      <dgm:prSet/>
      <dgm:spPr/>
      <dgm:t>
        <a:bodyPr/>
        <a:lstStyle/>
        <a:p>
          <a:endParaRPr lang="el-GR"/>
        </a:p>
      </dgm:t>
    </dgm:pt>
    <dgm:pt modelId="{416F349D-DDFB-4796-ACA8-5D9F1A9F1667}">
      <dgm:prSet phldrT="[Κείμενο]" phldr="0" custT="1"/>
      <dgm:spPr/>
      <dgm:t>
        <a:bodyPr/>
        <a:lstStyle/>
        <a:p>
          <a:pPr>
            <a:buNone/>
          </a:pPr>
          <a:r>
            <a:rPr lang="el-GR" sz="2400" i="1" dirty="0">
              <a:latin typeface="Times New Roman" panose="02020603050405020304" pitchFamily="18" charset="0"/>
              <a:cs typeface="Times New Roman" panose="02020603050405020304" pitchFamily="18" charset="0"/>
            </a:rPr>
            <a:t>Χαμηλή ακρίβεια της επίθεσης.</a:t>
          </a:r>
        </a:p>
      </dgm:t>
    </dgm:pt>
    <dgm:pt modelId="{AC74F817-1913-4DA3-9626-4CB56F3FF5B5}" type="parTrans" cxnId="{6350D96D-36CA-4460-ADF0-CD2EE9A55506}">
      <dgm:prSet/>
      <dgm:spPr/>
      <dgm:t>
        <a:bodyPr/>
        <a:lstStyle/>
        <a:p>
          <a:endParaRPr lang="el-GR"/>
        </a:p>
      </dgm:t>
    </dgm:pt>
    <dgm:pt modelId="{7C540389-1A4C-4F77-B2F3-19E09ACB112C}" type="sibTrans" cxnId="{6350D96D-36CA-4460-ADF0-CD2EE9A55506}">
      <dgm:prSet/>
      <dgm:spPr/>
      <dgm:t>
        <a:bodyPr/>
        <a:lstStyle/>
        <a:p>
          <a:endParaRPr lang="el-GR"/>
        </a:p>
      </dgm:t>
    </dgm:pt>
    <dgm:pt modelId="{FA82DE24-E5F6-4B44-A6F6-2503CA3A235F}">
      <dgm:prSet phldrT="[Κείμενο]" phldr="0" custT="1"/>
      <dgm:spPr/>
      <dgm:t>
        <a:bodyPr/>
        <a:lstStyle/>
        <a:p>
          <a:pPr>
            <a:buNone/>
          </a:pPr>
          <a:r>
            <a:rPr lang="el-GR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Θόρυβος κατά την εκτέλεση που δυσκολεύει την απομόνωση του παραθύρου ευπάθειας.</a:t>
          </a:r>
        </a:p>
        <a:p>
          <a:pPr>
            <a:buNone/>
          </a:pPr>
          <a:endParaRPr lang="el-GR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5571A0-2503-4CF6-A5CB-3E9DFF9D549D}" type="parTrans" cxnId="{1474F460-24A3-40F2-B420-10B773708F2E}">
      <dgm:prSet/>
      <dgm:spPr/>
      <dgm:t>
        <a:bodyPr/>
        <a:lstStyle/>
        <a:p>
          <a:endParaRPr lang="el-GR"/>
        </a:p>
      </dgm:t>
    </dgm:pt>
    <dgm:pt modelId="{D8FFFEE6-2859-4E56-B266-B5A6BD9A612C}" type="sibTrans" cxnId="{1474F460-24A3-40F2-B420-10B773708F2E}">
      <dgm:prSet/>
      <dgm:spPr/>
      <dgm:t>
        <a:bodyPr/>
        <a:lstStyle/>
        <a:p>
          <a:endParaRPr lang="el-GR"/>
        </a:p>
      </dgm:t>
    </dgm:pt>
    <dgm:pt modelId="{A2E7269C-3FE9-4E09-B1AF-9272558CCAA5}">
      <dgm:prSet phldrT="[Κείμενο]" phldr="0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l-GR" sz="2400" i="1" dirty="0">
              <a:latin typeface="Times New Roman" panose="02020603050405020304" pitchFamily="18" charset="0"/>
              <a:cs typeface="Times New Roman" panose="02020603050405020304" pitchFamily="18" charset="0"/>
            </a:rPr>
            <a:t>Ακρίβεια συγχρονισμού.</a:t>
          </a:r>
        </a:p>
      </dgm:t>
    </dgm:pt>
    <dgm:pt modelId="{52A42156-D3E6-4BDC-AE01-C5E1D9F39B62}" type="parTrans" cxnId="{1673F2DB-2D81-4521-AA0E-CDFB0E2C750D}">
      <dgm:prSet/>
      <dgm:spPr/>
      <dgm:t>
        <a:bodyPr/>
        <a:lstStyle/>
        <a:p>
          <a:endParaRPr lang="el-GR"/>
        </a:p>
      </dgm:t>
    </dgm:pt>
    <dgm:pt modelId="{44449740-F45C-4861-8391-E8683916094B}" type="sibTrans" cxnId="{1673F2DB-2D81-4521-AA0E-CDFB0E2C750D}">
      <dgm:prSet/>
      <dgm:spPr/>
      <dgm:t>
        <a:bodyPr/>
        <a:lstStyle/>
        <a:p>
          <a:endParaRPr lang="el-GR"/>
        </a:p>
      </dgm:t>
    </dgm:pt>
    <dgm:pt modelId="{B139F136-3DBC-4D9B-A379-5A6650B9BB6E}">
      <dgm:prSet phldrT="[Κείμενο]" phldr="0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l-GR" sz="2400" i="1" dirty="0">
              <a:latin typeface="Times New Roman" panose="02020603050405020304" pitchFamily="18" charset="0"/>
              <a:cs typeface="Times New Roman" panose="02020603050405020304" pitchFamily="18" charset="0"/>
            </a:rPr>
            <a:t>Υψηλό κόστος .</a:t>
          </a:r>
        </a:p>
      </dgm:t>
    </dgm:pt>
    <dgm:pt modelId="{D8A932BF-9D34-4C90-8BE1-378E3E316323}" type="parTrans" cxnId="{7CCBBD00-F4E9-4362-9EB1-567B6E195028}">
      <dgm:prSet/>
      <dgm:spPr/>
      <dgm:t>
        <a:bodyPr/>
        <a:lstStyle/>
        <a:p>
          <a:endParaRPr lang="el-GR"/>
        </a:p>
      </dgm:t>
    </dgm:pt>
    <dgm:pt modelId="{9699E26A-F3D2-4980-9644-8DFE8DC70E2D}" type="sibTrans" cxnId="{7CCBBD00-F4E9-4362-9EB1-567B6E195028}">
      <dgm:prSet/>
      <dgm:spPr/>
      <dgm:t>
        <a:bodyPr/>
        <a:lstStyle/>
        <a:p>
          <a:endParaRPr lang="el-GR"/>
        </a:p>
      </dgm:t>
    </dgm:pt>
    <dgm:pt modelId="{07B7088F-25B8-448F-AEA2-4FCC59F002DC}">
      <dgm:prSet custT="1"/>
      <dgm:spPr/>
      <dgm:t>
        <a:bodyPr/>
        <a:lstStyle/>
        <a:p>
          <a:pPr>
            <a:buNone/>
          </a:pPr>
          <a:r>
            <a:rPr lang="el-GR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Ο εξοπλισμός με το πιο ολοκληρωμένο πλαίσιο.</a:t>
          </a:r>
        </a:p>
        <a:p>
          <a:pPr>
            <a:buNone/>
          </a:pPr>
          <a:r>
            <a:rPr lang="el-GR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>
            <a:buNone/>
          </a:pPr>
          <a:r>
            <a:rPr lang="el-GR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Η αυτοματοποίηση μειώνει τον χρόνος για ανίχνευση παραθύρων ευπάθειας.</a:t>
          </a:r>
        </a:p>
      </dgm:t>
    </dgm:pt>
    <dgm:pt modelId="{7B4595C9-34B1-4508-BA7A-50DF421F44B5}" type="parTrans" cxnId="{A8CEF3C5-5E7F-4C57-B668-43F035A4F9E4}">
      <dgm:prSet/>
      <dgm:spPr/>
      <dgm:t>
        <a:bodyPr/>
        <a:lstStyle/>
        <a:p>
          <a:endParaRPr lang="el-GR"/>
        </a:p>
      </dgm:t>
    </dgm:pt>
    <dgm:pt modelId="{30C4CD2D-8A45-46AE-8CBB-B8D2BE064350}" type="sibTrans" cxnId="{A8CEF3C5-5E7F-4C57-B668-43F035A4F9E4}">
      <dgm:prSet/>
      <dgm:spPr/>
      <dgm:t>
        <a:bodyPr/>
        <a:lstStyle/>
        <a:p>
          <a:endParaRPr lang="el-GR"/>
        </a:p>
      </dgm:t>
    </dgm:pt>
    <dgm:pt modelId="{C7B8076D-B6E9-40E2-9721-4C69A906491A}">
      <dgm:prSet phldrT="[Κείμενο]" phldr="0" custT="1"/>
      <dgm:spPr/>
      <dgm:t>
        <a:bodyPr/>
        <a:lstStyle/>
        <a:p>
          <a:pPr>
            <a:buFont typeface="Wingdings" panose="05000000000000000000" pitchFamily="2" charset="2"/>
            <a:buNone/>
          </a:pPr>
          <a:endParaRPr lang="el-GR" sz="2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>
            <a:buFont typeface="Wingdings" panose="05000000000000000000" pitchFamily="2" charset="2"/>
            <a:buNone/>
          </a:pPr>
          <a:r>
            <a:rPr lang="el-GR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Τρανζίστορ μεταξύ τάσης τροφοδοσίας και γείωσης.</a:t>
          </a:r>
        </a:p>
        <a:p>
          <a:pPr>
            <a:buFont typeface="Wingdings" panose="05000000000000000000" pitchFamily="2" charset="2"/>
            <a:buNone/>
          </a:pPr>
          <a:endParaRPr lang="el-GR" sz="2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3AA2F94-236A-4903-8C5D-FCD1C6723275}" type="parTrans" cxnId="{B6611F09-3DD5-4D50-9D79-259D66D2AC27}">
      <dgm:prSet/>
      <dgm:spPr/>
      <dgm:t>
        <a:bodyPr/>
        <a:lstStyle/>
        <a:p>
          <a:endParaRPr lang="el-GR"/>
        </a:p>
      </dgm:t>
    </dgm:pt>
    <dgm:pt modelId="{B8BEFBC2-7E61-4E0F-8F36-F7B292759D4F}" type="sibTrans" cxnId="{B6611F09-3DD5-4D50-9D79-259D66D2AC27}">
      <dgm:prSet/>
      <dgm:spPr/>
      <dgm:t>
        <a:bodyPr/>
        <a:lstStyle/>
        <a:p>
          <a:endParaRPr lang="el-GR"/>
        </a:p>
      </dgm:t>
    </dgm:pt>
    <dgm:pt modelId="{D1BCF6C6-B2F7-42F6-B7FF-AB7B3D7CA16B}">
      <dgm:prSet phldrT="[Κείμενο]" phldr="0" custT="1"/>
      <dgm:spPr/>
      <dgm:t>
        <a:bodyPr/>
        <a:lstStyle/>
        <a:p>
          <a:pPr algn="l">
            <a:buFont typeface="Arial" panose="020B0604020202020204" pitchFamily="34" charset="0"/>
            <a:buNone/>
          </a:pPr>
          <a:endParaRPr lang="el-GR" sz="2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algn="l">
            <a:buFont typeface="Arial" panose="020B0604020202020204" pitchFamily="34" charset="0"/>
            <a:buNone/>
          </a:pPr>
          <a:r>
            <a:rPr lang="el-GR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Παραλλαγή του </a:t>
          </a:r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MOSFET Crowbar, </a:t>
          </a:r>
          <a:r>
            <a:rPr lang="el-GR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με πηνίο και πυκνωτή </a:t>
          </a:r>
          <a:r>
            <a:rPr lang="el-GR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(εξαναγκασμένος ταλαντωτής.)</a:t>
          </a:r>
        </a:p>
        <a:p>
          <a:pPr algn="l">
            <a:buFont typeface="Arial" panose="020B0604020202020204" pitchFamily="34" charset="0"/>
            <a:buNone/>
          </a:pPr>
          <a:endParaRPr lang="el-GR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899BB89-81B8-4464-9A7F-E6AD3CFB2424}" type="parTrans" cxnId="{2D986994-371F-4510-B337-F1C2C30A0E6C}">
      <dgm:prSet/>
      <dgm:spPr/>
      <dgm:t>
        <a:bodyPr/>
        <a:lstStyle/>
        <a:p>
          <a:endParaRPr lang="el-GR"/>
        </a:p>
      </dgm:t>
    </dgm:pt>
    <dgm:pt modelId="{FD4708CC-06F9-4539-BDB1-ACB5A56C2B95}" type="sibTrans" cxnId="{2D986994-371F-4510-B337-F1C2C30A0E6C}">
      <dgm:prSet/>
      <dgm:spPr/>
      <dgm:t>
        <a:bodyPr/>
        <a:lstStyle/>
        <a:p>
          <a:endParaRPr lang="el-GR"/>
        </a:p>
      </dgm:t>
    </dgm:pt>
    <dgm:pt modelId="{F3D021FD-0C99-4907-A578-1C968F655D92}" type="pres">
      <dgm:prSet presAssocID="{252A58E8-852B-41D7-8208-3C64D9674B54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62F367F9-FC43-4EAE-9E6E-9B09AA550DE2}" type="pres">
      <dgm:prSet presAssocID="{6B38CEE4-D951-455F-9ED7-6770435C473A}" presName="composite" presStyleCnt="0"/>
      <dgm:spPr/>
    </dgm:pt>
    <dgm:pt modelId="{BB4FDD7C-16C1-4CB9-A584-0141BAF45F5A}" type="pres">
      <dgm:prSet presAssocID="{6B38CEE4-D951-455F-9ED7-6770435C473A}" presName="BackAccent" presStyleLbl="bgShp" presStyleIdx="0" presStyleCnt="3"/>
      <dgm:spPr/>
    </dgm:pt>
    <dgm:pt modelId="{C644E592-246F-4641-949B-F169E2316A92}" type="pres">
      <dgm:prSet presAssocID="{6B38CEE4-D951-455F-9ED7-6770435C473A}" presName="Accent" presStyleLbl="alignNode1" presStyleIdx="0" presStyleCnt="3"/>
      <dgm:spPr/>
    </dgm:pt>
    <dgm:pt modelId="{7722B394-EE24-4AE1-9E18-133E8CC6E0BF}" type="pres">
      <dgm:prSet presAssocID="{6B38CEE4-D951-455F-9ED7-6770435C473A}" presName="Child" presStyleLbl="revTx" presStyleIdx="0" presStyleCnt="6" custScaleX="179827" custScaleY="100523">
        <dgm:presLayoutVars>
          <dgm:chMax val="0"/>
          <dgm:chPref val="0"/>
          <dgm:bulletEnabled val="1"/>
        </dgm:presLayoutVars>
      </dgm:prSet>
      <dgm:spPr/>
    </dgm:pt>
    <dgm:pt modelId="{27CBFCDF-1898-40E6-9EF3-4C9E2DEF206C}" type="pres">
      <dgm:prSet presAssocID="{6B38CEE4-D951-455F-9ED7-6770435C473A}" presName="Parent" presStyleLbl="revTx" presStyleIdx="1" presStyleCnt="6" custScaleX="144573" custLinFactNeighborX="13404" custLinFactNeighborY="0">
        <dgm:presLayoutVars>
          <dgm:chMax val="1"/>
          <dgm:chPref val="1"/>
          <dgm:bulletEnabled val="1"/>
        </dgm:presLayoutVars>
      </dgm:prSet>
      <dgm:spPr/>
    </dgm:pt>
    <dgm:pt modelId="{94283228-E30F-4282-8B7A-E888FA628E7D}" type="pres">
      <dgm:prSet presAssocID="{A25FB502-6E88-4B80-99ED-204E19C1485C}" presName="sibTrans" presStyleCnt="0"/>
      <dgm:spPr/>
    </dgm:pt>
    <dgm:pt modelId="{7A867A1B-6D70-4670-B3A7-81AF887BF274}" type="pres">
      <dgm:prSet presAssocID="{F6D55904-C192-4192-9D1A-E1F5AD2100E3}" presName="composite" presStyleCnt="0"/>
      <dgm:spPr/>
    </dgm:pt>
    <dgm:pt modelId="{2B494693-4424-4628-81C7-458DE48619D2}" type="pres">
      <dgm:prSet presAssocID="{F6D55904-C192-4192-9D1A-E1F5AD2100E3}" presName="BackAccent" presStyleLbl="bgShp" presStyleIdx="1" presStyleCnt="3"/>
      <dgm:spPr/>
    </dgm:pt>
    <dgm:pt modelId="{A72346E5-5987-49AA-81A5-C22BBAAEAB5C}" type="pres">
      <dgm:prSet presAssocID="{F6D55904-C192-4192-9D1A-E1F5AD2100E3}" presName="Accent" presStyleLbl="alignNode1" presStyleIdx="1" presStyleCnt="3"/>
      <dgm:spPr/>
    </dgm:pt>
    <dgm:pt modelId="{09069853-237E-41D7-852E-9565A807770A}" type="pres">
      <dgm:prSet presAssocID="{F6D55904-C192-4192-9D1A-E1F5AD2100E3}" presName="Child" presStyleLbl="revTx" presStyleIdx="2" presStyleCnt="6" custScaleX="181596">
        <dgm:presLayoutVars>
          <dgm:chMax val="0"/>
          <dgm:chPref val="0"/>
          <dgm:bulletEnabled val="1"/>
        </dgm:presLayoutVars>
      </dgm:prSet>
      <dgm:spPr/>
    </dgm:pt>
    <dgm:pt modelId="{058E6A32-1D15-49A0-BC07-B63A186816A7}" type="pres">
      <dgm:prSet presAssocID="{F6D55904-C192-4192-9D1A-E1F5AD2100E3}" presName="Parent" presStyleLbl="revTx" presStyleIdx="3" presStyleCnt="6">
        <dgm:presLayoutVars>
          <dgm:chMax val="1"/>
          <dgm:chPref val="1"/>
          <dgm:bulletEnabled val="1"/>
        </dgm:presLayoutVars>
      </dgm:prSet>
      <dgm:spPr/>
    </dgm:pt>
    <dgm:pt modelId="{A9A55335-5432-41FD-BA91-290C7677041F}" type="pres">
      <dgm:prSet presAssocID="{DCCB8856-947D-400F-85E7-F9CE0EA96D5F}" presName="sibTrans" presStyleCnt="0"/>
      <dgm:spPr/>
    </dgm:pt>
    <dgm:pt modelId="{929DFE92-C7C6-4125-AE1F-9DFA4B70E262}" type="pres">
      <dgm:prSet presAssocID="{E31A1E40-7F9B-4685-8280-6C10143F23BF}" presName="composite" presStyleCnt="0"/>
      <dgm:spPr/>
    </dgm:pt>
    <dgm:pt modelId="{B5BE861E-8633-451F-8BD4-9982BB25F57D}" type="pres">
      <dgm:prSet presAssocID="{E31A1E40-7F9B-4685-8280-6C10143F23BF}" presName="BackAccent" presStyleLbl="bgShp" presStyleIdx="2" presStyleCnt="3"/>
      <dgm:spPr/>
    </dgm:pt>
    <dgm:pt modelId="{28894FFE-4328-4D75-9E33-E26A918A55C9}" type="pres">
      <dgm:prSet presAssocID="{E31A1E40-7F9B-4685-8280-6C10143F23BF}" presName="Accent" presStyleLbl="alignNode1" presStyleIdx="2" presStyleCnt="3"/>
      <dgm:spPr/>
    </dgm:pt>
    <dgm:pt modelId="{80582B8E-3EF6-4D0D-98D9-2F0D174EC2AD}" type="pres">
      <dgm:prSet presAssocID="{E31A1E40-7F9B-4685-8280-6C10143F23BF}" presName="Child" presStyleLbl="revTx" presStyleIdx="4" presStyleCnt="6" custScaleX="191792">
        <dgm:presLayoutVars>
          <dgm:chMax val="0"/>
          <dgm:chPref val="0"/>
          <dgm:bulletEnabled val="1"/>
        </dgm:presLayoutVars>
      </dgm:prSet>
      <dgm:spPr/>
    </dgm:pt>
    <dgm:pt modelId="{3C85B507-62EC-4992-B3B1-200A76DC2D5B}" type="pres">
      <dgm:prSet presAssocID="{E31A1E40-7F9B-4685-8280-6C10143F23BF}" presName="Parent" presStyleLbl="revTx" presStyleIdx="5" presStyleCnt="6" custScaleX="120720" custLinFactNeighborX="3252" custLinFactNeighborY="-550">
        <dgm:presLayoutVars>
          <dgm:chMax val="1"/>
          <dgm:chPref val="1"/>
          <dgm:bulletEnabled val="1"/>
        </dgm:presLayoutVars>
      </dgm:prSet>
      <dgm:spPr/>
    </dgm:pt>
  </dgm:ptLst>
  <dgm:cxnLst>
    <dgm:cxn modelId="{7CCBBD00-F4E9-4362-9EB1-567B6E195028}" srcId="{F6D55904-C192-4192-9D1A-E1F5AD2100E3}" destId="{B139F136-3DBC-4D9B-A379-5A6650B9BB6E}" srcOrd="3" destOrd="0" parTransId="{D8A932BF-9D34-4C90-8BE1-378E3E316323}" sibTransId="{9699E26A-F3D2-4980-9644-8DFE8DC70E2D}"/>
    <dgm:cxn modelId="{95DB2104-D6BE-48C6-A21F-EFDE86F552E8}" type="presOf" srcId="{F6D55904-C192-4192-9D1A-E1F5AD2100E3}" destId="{058E6A32-1D15-49A0-BC07-B63A186816A7}" srcOrd="0" destOrd="0" presId="urn:microsoft.com/office/officeart/2008/layout/IncreasingCircleProcess"/>
    <dgm:cxn modelId="{B6611F09-3DD5-4D50-9D79-259D66D2AC27}" srcId="{6B38CEE4-D951-455F-9ED7-6770435C473A}" destId="{C7B8076D-B6E9-40E2-9721-4C69A906491A}" srcOrd="0" destOrd="0" parTransId="{93AA2F94-236A-4903-8C5D-FCD1C6723275}" sibTransId="{B8BEFBC2-7E61-4E0F-8F36-F7B292759D4F}"/>
    <dgm:cxn modelId="{A15EE70E-6C33-45FB-830C-129317E2A197}" srcId="{252A58E8-852B-41D7-8208-3C64D9674B54}" destId="{6B38CEE4-D951-455F-9ED7-6770435C473A}" srcOrd="0" destOrd="0" parTransId="{18723C08-414A-4D30-BD74-5AA3B91DCA81}" sibTransId="{A25FB502-6E88-4B80-99ED-204E19C1485C}"/>
    <dgm:cxn modelId="{9E678715-FC73-48CB-838C-A6C85FC85B23}" srcId="{6B38CEE4-D951-455F-9ED7-6770435C473A}" destId="{E6CAB4CC-2F6F-47A1-B90A-80F7B0D17A88}" srcOrd="3" destOrd="0" parTransId="{BDA2D821-16FC-4088-9A60-59628D1DB759}" sibTransId="{FB60093B-0D91-42F6-B580-E020E7EEBE50}"/>
    <dgm:cxn modelId="{93719918-1DCD-4909-84A6-3576B534E281}" type="presOf" srcId="{D1BCF6C6-B2F7-42F6-B7FF-AB7B3D7CA16B}" destId="{09069853-237E-41D7-852E-9565A807770A}" srcOrd="0" destOrd="0" presId="urn:microsoft.com/office/officeart/2008/layout/IncreasingCircleProcess"/>
    <dgm:cxn modelId="{4AC77B21-C864-4A1C-8080-585B41FDCD30}" srcId="{F6D55904-C192-4192-9D1A-E1F5AD2100E3}" destId="{7B26F9EE-A140-4F32-9408-98F4F4EA446B}" srcOrd="1" destOrd="0" parTransId="{BB6906A9-A9A5-46BF-B911-C331E6AF7435}" sibTransId="{7FFB3765-DE89-4533-8C52-149257B0284D}"/>
    <dgm:cxn modelId="{3E4BD330-E131-4CD8-945F-0E507BF07E40}" type="presOf" srcId="{B139F136-3DBC-4D9B-A379-5A6650B9BB6E}" destId="{09069853-237E-41D7-852E-9565A807770A}" srcOrd="0" destOrd="3" presId="urn:microsoft.com/office/officeart/2008/layout/IncreasingCircleProcess"/>
    <dgm:cxn modelId="{F69F1A3B-99A3-44C4-80AF-895E661AC47A}" type="presOf" srcId="{3E5612C4-08F6-46AC-847A-D2659B203DC6}" destId="{80582B8E-3EF6-4D0D-98D9-2F0D174EC2AD}" srcOrd="0" destOrd="0" presId="urn:microsoft.com/office/officeart/2008/layout/IncreasingCircleProcess"/>
    <dgm:cxn modelId="{11ABA65B-9C72-4C14-9679-2C7E1DF41728}" type="presOf" srcId="{E31A1E40-7F9B-4685-8280-6C10143F23BF}" destId="{3C85B507-62EC-4992-B3B1-200A76DC2D5B}" srcOrd="0" destOrd="0" presId="urn:microsoft.com/office/officeart/2008/layout/IncreasingCircleProcess"/>
    <dgm:cxn modelId="{1474F460-24A3-40F2-B420-10B773708F2E}" srcId="{6B38CEE4-D951-455F-9ED7-6770435C473A}" destId="{FA82DE24-E5F6-4B44-A6F6-2503CA3A235F}" srcOrd="1" destOrd="0" parTransId="{8B5571A0-2503-4CF6-A5CB-3E9DFF9D549D}" sibTransId="{D8FFFEE6-2859-4E56-B266-B5A6BD9A612C}"/>
    <dgm:cxn modelId="{342D0E65-434B-4166-8EED-BD9A06D07E16}" type="presOf" srcId="{416F349D-DDFB-4796-ACA8-5D9F1A9F1667}" destId="{7722B394-EE24-4AE1-9E18-133E8CC6E0BF}" srcOrd="0" destOrd="2" presId="urn:microsoft.com/office/officeart/2008/layout/IncreasingCircleProcess"/>
    <dgm:cxn modelId="{26741669-AE5F-4F21-83D1-A99A5E535E8B}" srcId="{E31A1E40-7F9B-4685-8280-6C10143F23BF}" destId="{3E5612C4-08F6-46AC-847A-D2659B203DC6}" srcOrd="0" destOrd="0" parTransId="{597C5715-33F4-4298-8AB6-A7339F334325}" sibTransId="{A906DA21-B72A-40CE-982C-BB424D4CDAD6}"/>
    <dgm:cxn modelId="{6350D96D-36CA-4460-ADF0-CD2EE9A55506}" srcId="{6B38CEE4-D951-455F-9ED7-6770435C473A}" destId="{416F349D-DDFB-4796-ACA8-5D9F1A9F1667}" srcOrd="2" destOrd="0" parTransId="{AC74F817-1913-4DA3-9626-4CB56F3FF5B5}" sibTransId="{7C540389-1A4C-4F77-B2F3-19E09ACB112C}"/>
    <dgm:cxn modelId="{2A1F576F-18D7-498C-97F4-61ADE0AC62C8}" type="presOf" srcId="{E6CAB4CC-2F6F-47A1-B90A-80F7B0D17A88}" destId="{7722B394-EE24-4AE1-9E18-133E8CC6E0BF}" srcOrd="0" destOrd="3" presId="urn:microsoft.com/office/officeart/2008/layout/IncreasingCircleProcess"/>
    <dgm:cxn modelId="{3DB15291-8212-4CE6-B3DA-422C8406C7D8}" type="presOf" srcId="{07B7088F-25B8-448F-AEA2-4FCC59F002DC}" destId="{80582B8E-3EF6-4D0D-98D9-2F0D174EC2AD}" srcOrd="0" destOrd="1" presId="urn:microsoft.com/office/officeart/2008/layout/IncreasingCircleProcess"/>
    <dgm:cxn modelId="{2D986994-371F-4510-B337-F1C2C30A0E6C}" srcId="{F6D55904-C192-4192-9D1A-E1F5AD2100E3}" destId="{D1BCF6C6-B2F7-42F6-B7FF-AB7B3D7CA16B}" srcOrd="0" destOrd="0" parTransId="{B899BB89-81B8-4464-9A7F-E6AD3CFB2424}" sibTransId="{FD4708CC-06F9-4539-BDB1-ACB5A56C2B95}"/>
    <dgm:cxn modelId="{1F5ECDA8-05A0-49D2-BB03-F002BC32CB68}" type="presOf" srcId="{C7B8076D-B6E9-40E2-9721-4C69A906491A}" destId="{7722B394-EE24-4AE1-9E18-133E8CC6E0BF}" srcOrd="0" destOrd="0" presId="urn:microsoft.com/office/officeart/2008/layout/IncreasingCircleProcess"/>
    <dgm:cxn modelId="{63776AA9-9752-4E4C-BE42-F5417EBFD45C}" type="presOf" srcId="{A2E7269C-3FE9-4E09-B1AF-9272558CCAA5}" destId="{09069853-237E-41D7-852E-9565A807770A}" srcOrd="0" destOrd="2" presId="urn:microsoft.com/office/officeart/2008/layout/IncreasingCircleProcess"/>
    <dgm:cxn modelId="{1A4E74B5-790F-45F5-B22C-DBDA3BD37911}" type="presOf" srcId="{6B38CEE4-D951-455F-9ED7-6770435C473A}" destId="{27CBFCDF-1898-40E6-9EF3-4C9E2DEF206C}" srcOrd="0" destOrd="0" presId="urn:microsoft.com/office/officeart/2008/layout/IncreasingCircleProcess"/>
    <dgm:cxn modelId="{138354BC-4001-4A9C-BB8D-E4C8DAE91841}" srcId="{252A58E8-852B-41D7-8208-3C64D9674B54}" destId="{E31A1E40-7F9B-4685-8280-6C10143F23BF}" srcOrd="2" destOrd="0" parTransId="{DE62BA19-9590-4ED9-84E8-F1CC22803744}" sibTransId="{4E94CAEE-9048-4D1F-9CAC-BCA80F92D693}"/>
    <dgm:cxn modelId="{A8CEF3C5-5E7F-4C57-B668-43F035A4F9E4}" srcId="{E31A1E40-7F9B-4685-8280-6C10143F23BF}" destId="{07B7088F-25B8-448F-AEA2-4FCC59F002DC}" srcOrd="1" destOrd="0" parTransId="{7B4595C9-34B1-4508-BA7A-50DF421F44B5}" sibTransId="{30C4CD2D-8A45-46AE-8CBB-B8D2BE064350}"/>
    <dgm:cxn modelId="{510557D0-B11A-431E-85C0-E8A730292677}" type="presOf" srcId="{252A58E8-852B-41D7-8208-3C64D9674B54}" destId="{F3D021FD-0C99-4907-A578-1C968F655D92}" srcOrd="0" destOrd="0" presId="urn:microsoft.com/office/officeart/2008/layout/IncreasingCircleProcess"/>
    <dgm:cxn modelId="{9392A8D4-453F-4CF0-A3E2-3F4E0048F4F4}" srcId="{252A58E8-852B-41D7-8208-3C64D9674B54}" destId="{F6D55904-C192-4192-9D1A-E1F5AD2100E3}" srcOrd="1" destOrd="0" parTransId="{7C599045-6042-4A08-B35A-61DF2D8A03D8}" sibTransId="{DCCB8856-947D-400F-85E7-F9CE0EA96D5F}"/>
    <dgm:cxn modelId="{1673F2DB-2D81-4521-AA0E-CDFB0E2C750D}" srcId="{F6D55904-C192-4192-9D1A-E1F5AD2100E3}" destId="{A2E7269C-3FE9-4E09-B1AF-9272558CCAA5}" srcOrd="2" destOrd="0" parTransId="{52A42156-D3E6-4BDC-AE01-C5E1D9F39B62}" sibTransId="{44449740-F45C-4861-8391-E8683916094B}"/>
    <dgm:cxn modelId="{C3D1DFE5-1970-458F-987D-59033D12E876}" type="presOf" srcId="{FA82DE24-E5F6-4B44-A6F6-2503CA3A235F}" destId="{7722B394-EE24-4AE1-9E18-133E8CC6E0BF}" srcOrd="0" destOrd="1" presId="urn:microsoft.com/office/officeart/2008/layout/IncreasingCircleProcess"/>
    <dgm:cxn modelId="{78EF65EA-5ABF-41F4-8061-911588E8BD9D}" type="presOf" srcId="{7B26F9EE-A140-4F32-9408-98F4F4EA446B}" destId="{09069853-237E-41D7-852E-9565A807770A}" srcOrd="0" destOrd="1" presId="urn:microsoft.com/office/officeart/2008/layout/IncreasingCircleProcess"/>
    <dgm:cxn modelId="{F0945F9D-9CE7-4E4A-B665-9E3C44C00267}" type="presParOf" srcId="{F3D021FD-0C99-4907-A578-1C968F655D92}" destId="{62F367F9-FC43-4EAE-9E6E-9B09AA550DE2}" srcOrd="0" destOrd="0" presId="urn:microsoft.com/office/officeart/2008/layout/IncreasingCircleProcess"/>
    <dgm:cxn modelId="{6E40AD66-E3A2-47A8-B3EB-09044333B5F2}" type="presParOf" srcId="{62F367F9-FC43-4EAE-9E6E-9B09AA550DE2}" destId="{BB4FDD7C-16C1-4CB9-A584-0141BAF45F5A}" srcOrd="0" destOrd="0" presId="urn:microsoft.com/office/officeart/2008/layout/IncreasingCircleProcess"/>
    <dgm:cxn modelId="{3077571E-0C17-42ED-A522-F5AD06C9768B}" type="presParOf" srcId="{62F367F9-FC43-4EAE-9E6E-9B09AA550DE2}" destId="{C644E592-246F-4641-949B-F169E2316A92}" srcOrd="1" destOrd="0" presId="urn:microsoft.com/office/officeart/2008/layout/IncreasingCircleProcess"/>
    <dgm:cxn modelId="{836FF14B-3D38-425F-9B7A-AD53E473AE19}" type="presParOf" srcId="{62F367F9-FC43-4EAE-9E6E-9B09AA550DE2}" destId="{7722B394-EE24-4AE1-9E18-133E8CC6E0BF}" srcOrd="2" destOrd="0" presId="urn:microsoft.com/office/officeart/2008/layout/IncreasingCircleProcess"/>
    <dgm:cxn modelId="{B3042420-BADA-4EE7-A129-7FFA1851B4DD}" type="presParOf" srcId="{62F367F9-FC43-4EAE-9E6E-9B09AA550DE2}" destId="{27CBFCDF-1898-40E6-9EF3-4C9E2DEF206C}" srcOrd="3" destOrd="0" presId="urn:microsoft.com/office/officeart/2008/layout/IncreasingCircleProcess"/>
    <dgm:cxn modelId="{390FBC20-39DE-4412-B08D-A989C1E0AB07}" type="presParOf" srcId="{F3D021FD-0C99-4907-A578-1C968F655D92}" destId="{94283228-E30F-4282-8B7A-E888FA628E7D}" srcOrd="1" destOrd="0" presId="urn:microsoft.com/office/officeart/2008/layout/IncreasingCircleProcess"/>
    <dgm:cxn modelId="{2D854CA2-72AF-419F-A3B7-B9BB4FBD71E5}" type="presParOf" srcId="{F3D021FD-0C99-4907-A578-1C968F655D92}" destId="{7A867A1B-6D70-4670-B3A7-81AF887BF274}" srcOrd="2" destOrd="0" presId="urn:microsoft.com/office/officeart/2008/layout/IncreasingCircleProcess"/>
    <dgm:cxn modelId="{CD02B4BE-344B-4759-B799-BF7910C7BEA6}" type="presParOf" srcId="{7A867A1B-6D70-4670-B3A7-81AF887BF274}" destId="{2B494693-4424-4628-81C7-458DE48619D2}" srcOrd="0" destOrd="0" presId="urn:microsoft.com/office/officeart/2008/layout/IncreasingCircleProcess"/>
    <dgm:cxn modelId="{901E39FD-1E60-4867-9638-331E3552F172}" type="presParOf" srcId="{7A867A1B-6D70-4670-B3A7-81AF887BF274}" destId="{A72346E5-5987-49AA-81A5-C22BBAAEAB5C}" srcOrd="1" destOrd="0" presId="urn:microsoft.com/office/officeart/2008/layout/IncreasingCircleProcess"/>
    <dgm:cxn modelId="{26F2A189-40F4-4933-882F-6C3E2B269D28}" type="presParOf" srcId="{7A867A1B-6D70-4670-B3A7-81AF887BF274}" destId="{09069853-237E-41D7-852E-9565A807770A}" srcOrd="2" destOrd="0" presId="urn:microsoft.com/office/officeart/2008/layout/IncreasingCircleProcess"/>
    <dgm:cxn modelId="{EB5608F8-FD5F-4362-8B0A-FBED73F919F1}" type="presParOf" srcId="{7A867A1B-6D70-4670-B3A7-81AF887BF274}" destId="{058E6A32-1D15-49A0-BC07-B63A186816A7}" srcOrd="3" destOrd="0" presId="urn:microsoft.com/office/officeart/2008/layout/IncreasingCircleProcess"/>
    <dgm:cxn modelId="{FC834DEC-DDD2-4467-A426-168F198EF806}" type="presParOf" srcId="{F3D021FD-0C99-4907-A578-1C968F655D92}" destId="{A9A55335-5432-41FD-BA91-290C7677041F}" srcOrd="3" destOrd="0" presId="urn:microsoft.com/office/officeart/2008/layout/IncreasingCircleProcess"/>
    <dgm:cxn modelId="{6FAFF3AD-16B1-4691-8D86-8812406C9556}" type="presParOf" srcId="{F3D021FD-0C99-4907-A578-1C968F655D92}" destId="{929DFE92-C7C6-4125-AE1F-9DFA4B70E262}" srcOrd="4" destOrd="0" presId="urn:microsoft.com/office/officeart/2008/layout/IncreasingCircleProcess"/>
    <dgm:cxn modelId="{BD77C917-5B1E-44EA-9463-7E0C12EC0488}" type="presParOf" srcId="{929DFE92-C7C6-4125-AE1F-9DFA4B70E262}" destId="{B5BE861E-8633-451F-8BD4-9982BB25F57D}" srcOrd="0" destOrd="0" presId="urn:microsoft.com/office/officeart/2008/layout/IncreasingCircleProcess"/>
    <dgm:cxn modelId="{4ED200F4-B718-433D-83CA-98DE97EAADA3}" type="presParOf" srcId="{929DFE92-C7C6-4125-AE1F-9DFA4B70E262}" destId="{28894FFE-4328-4D75-9E33-E26A918A55C9}" srcOrd="1" destOrd="0" presId="urn:microsoft.com/office/officeart/2008/layout/IncreasingCircleProcess"/>
    <dgm:cxn modelId="{143B0FD5-4560-410F-99CD-73BDA7313643}" type="presParOf" srcId="{929DFE92-C7C6-4125-AE1F-9DFA4B70E262}" destId="{80582B8E-3EF6-4D0D-98D9-2F0D174EC2AD}" srcOrd="2" destOrd="0" presId="urn:microsoft.com/office/officeart/2008/layout/IncreasingCircleProcess"/>
    <dgm:cxn modelId="{6C7E5FF8-1AC0-479D-B5EC-41780118F4EC}" type="presParOf" srcId="{929DFE92-C7C6-4125-AE1F-9DFA4B70E262}" destId="{3C85B507-62EC-4992-B3B1-200A76DC2D5B}" srcOrd="3" destOrd="0" presId="urn:microsoft.com/office/officeart/2008/layout/IncreasingCircle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AEA902D-EC05-4647-B6C0-507B57AC472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BC47EDC-E072-42D6-B0E9-292219A9F8EF}">
      <dgm:prSet custT="1"/>
      <dgm:spPr/>
      <dgm:t>
        <a:bodyPr/>
        <a:lstStyle/>
        <a:p>
          <a:pPr algn="l"/>
          <a:r>
            <a:rPr lang="el-GR" sz="2800" b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Μικροαρχιτεκτονικές</a:t>
          </a:r>
          <a:r>
            <a:rPr lang="el-GR" sz="2800" b="1" dirty="0">
              <a:latin typeface="Times New Roman" panose="02020603050405020304" pitchFamily="18" charset="0"/>
              <a:cs typeface="Times New Roman" panose="02020603050405020304" pitchFamily="18" charset="0"/>
            </a:rPr>
            <a:t> Επιπτώσεις.</a:t>
          </a:r>
          <a:endParaRPr lang="en-US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DECC262-C4D5-43E6-96A9-0D70E28CB3C1}" type="parTrans" cxnId="{39EBC6F3-BD07-4188-8C23-C9997EB6E0CB}">
      <dgm:prSet/>
      <dgm:spPr/>
      <dgm:t>
        <a:bodyPr/>
        <a:lstStyle/>
        <a:p>
          <a:endParaRPr lang="en-US" sz="2800"/>
        </a:p>
      </dgm:t>
    </dgm:pt>
    <dgm:pt modelId="{09B26E34-9ED5-404E-879C-FCE189FDB04A}" type="sibTrans" cxnId="{39EBC6F3-BD07-4188-8C23-C9997EB6E0CB}">
      <dgm:prSet/>
      <dgm:spPr/>
      <dgm:t>
        <a:bodyPr/>
        <a:lstStyle/>
        <a:p>
          <a:endParaRPr lang="en-US" sz="2800"/>
        </a:p>
      </dgm:t>
    </dgm:pt>
    <dgm:pt modelId="{652A1CAF-DCBE-421D-A158-F35256116EE9}">
      <dgm:prSet custT="1"/>
      <dgm:spPr/>
      <dgm:t>
        <a:bodyPr/>
        <a:lstStyle/>
        <a:p>
          <a:r>
            <a:rPr lang="el-GR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Στο </a:t>
          </a: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pipeline</a:t>
          </a:r>
          <a:r>
            <a:rPr lang="el-GR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  του επεξεργαστή παρουσιάζονται διάφοροι τύποι σφαλμάτων: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9D326C1-3246-4013-BF9D-3A99860451FF}" type="parTrans" cxnId="{228E3B81-A44D-48E5-AD36-464DD0045703}">
      <dgm:prSet/>
      <dgm:spPr/>
      <dgm:t>
        <a:bodyPr/>
        <a:lstStyle/>
        <a:p>
          <a:endParaRPr lang="en-US" sz="2800"/>
        </a:p>
      </dgm:t>
    </dgm:pt>
    <dgm:pt modelId="{9AEDBFE7-4603-4469-9FBC-FA8E24C9C6B8}" type="sibTrans" cxnId="{228E3B81-A44D-48E5-AD36-464DD0045703}">
      <dgm:prSet/>
      <dgm:spPr/>
      <dgm:t>
        <a:bodyPr/>
        <a:lstStyle/>
        <a:p>
          <a:endParaRPr lang="en-US" sz="2800"/>
        </a:p>
      </dgm:t>
    </dgm:pt>
    <dgm:pt modelId="{2C65A4A4-AFC0-4DA6-987B-F342C1CA27C6}">
      <dgm:prSet custT="1"/>
      <dgm:spPr/>
      <dgm:t>
        <a:bodyPr/>
        <a:lstStyle/>
        <a:p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Fetch</a:t>
          </a:r>
          <a:r>
            <a:rPr lang="el-GR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l-GR" sz="2400" i="1" dirty="0">
              <a:latin typeface="Times New Roman" panose="02020603050405020304" pitchFamily="18" charset="0"/>
              <a:cs typeface="Times New Roman" panose="02020603050405020304" pitchFamily="18" charset="0"/>
            </a:rPr>
            <a:t>Αλλοίωση διεύθυνσης εντολής ή αλλοίωση των </a:t>
          </a:r>
          <a:r>
            <a:rPr lang="en-US" sz="2400" i="1" dirty="0">
              <a:latin typeface="Times New Roman" panose="02020603050405020304" pitchFamily="18" charset="0"/>
              <a:cs typeface="Times New Roman" panose="02020603050405020304" pitchFamily="18" charset="0"/>
            </a:rPr>
            <a:t>bits </a:t>
          </a:r>
          <a:r>
            <a:rPr lang="el-GR" sz="2400" i="1" dirty="0">
              <a:latin typeface="Times New Roman" panose="02020603050405020304" pitchFamily="18" charset="0"/>
              <a:cs typeface="Times New Roman" panose="02020603050405020304" pitchFamily="18" charset="0"/>
            </a:rPr>
            <a:t>του κώδικα</a:t>
          </a:r>
          <a:r>
            <a:rPr lang="el-GR" sz="2400" i="1" dirty="0"/>
            <a:t>.</a:t>
          </a:r>
          <a:endParaRPr lang="en-US" sz="2400" dirty="0"/>
        </a:p>
      </dgm:t>
    </dgm:pt>
    <dgm:pt modelId="{561BB33B-F95B-48CA-88AD-CAD91DB6C01C}" type="parTrans" cxnId="{5A272827-784B-4ED1-B51F-0C45EC177501}">
      <dgm:prSet/>
      <dgm:spPr/>
      <dgm:t>
        <a:bodyPr/>
        <a:lstStyle/>
        <a:p>
          <a:endParaRPr lang="en-US" sz="2800"/>
        </a:p>
      </dgm:t>
    </dgm:pt>
    <dgm:pt modelId="{E53F6425-8FD3-45CD-A5CC-F39A999EAE5E}" type="sibTrans" cxnId="{5A272827-784B-4ED1-B51F-0C45EC177501}">
      <dgm:prSet/>
      <dgm:spPr/>
      <dgm:t>
        <a:bodyPr/>
        <a:lstStyle/>
        <a:p>
          <a:endParaRPr lang="en-US" sz="2800"/>
        </a:p>
      </dgm:t>
    </dgm:pt>
    <dgm:pt modelId="{DB9315DC-8954-488A-9DC9-385D2C6CC84E}">
      <dgm:prSet custT="1"/>
      <dgm:spPr/>
      <dgm:t>
        <a:bodyPr/>
        <a:lstStyle/>
        <a:p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Decode</a:t>
          </a:r>
          <a:r>
            <a:rPr lang="el-GR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l-GR" sz="2400" i="1" dirty="0">
              <a:latin typeface="Times New Roman" panose="02020603050405020304" pitchFamily="18" charset="0"/>
              <a:cs typeface="Times New Roman" panose="02020603050405020304" pitchFamily="18" charset="0"/>
            </a:rPr>
            <a:t>Μετάφραση της εντολής μπορεί να τροποποιηθεί και να την μετατρέψει σε άλλη.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B6292A8-C5EB-48A7-A33E-0BBD31538BA6}" type="parTrans" cxnId="{444DD749-5F28-4716-8A66-20CE02AFE421}">
      <dgm:prSet/>
      <dgm:spPr/>
      <dgm:t>
        <a:bodyPr/>
        <a:lstStyle/>
        <a:p>
          <a:endParaRPr lang="en-US" sz="2800"/>
        </a:p>
      </dgm:t>
    </dgm:pt>
    <dgm:pt modelId="{EB0FE756-63FB-4C6B-B99A-328A672766B5}" type="sibTrans" cxnId="{444DD749-5F28-4716-8A66-20CE02AFE421}">
      <dgm:prSet/>
      <dgm:spPr/>
      <dgm:t>
        <a:bodyPr/>
        <a:lstStyle/>
        <a:p>
          <a:endParaRPr lang="en-US" sz="2800"/>
        </a:p>
      </dgm:t>
    </dgm:pt>
    <dgm:pt modelId="{6D8B623C-4479-4FD0-BED3-B166E740D71A}">
      <dgm:prSet custT="1"/>
      <dgm:spPr/>
      <dgm:t>
        <a:bodyPr/>
        <a:lstStyle/>
        <a:p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ALU</a:t>
          </a:r>
          <a:r>
            <a:rPr lang="el-GR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 - </a:t>
          </a:r>
          <a:r>
            <a:rPr lang="el-GR" sz="2400" i="1" dirty="0">
              <a:latin typeface="Times New Roman" panose="02020603050405020304" pitchFamily="18" charset="0"/>
              <a:cs typeface="Times New Roman" panose="02020603050405020304" pitchFamily="18" charset="0"/>
            </a:rPr>
            <a:t>Καθυστέρηση ή διακοπή της ορθής διάδοσης των σημάτων εντός της </a:t>
          </a:r>
          <a:r>
            <a:rPr lang="en-US" sz="2400" i="1" dirty="0">
              <a:latin typeface="Times New Roman" panose="02020603050405020304" pitchFamily="18" charset="0"/>
              <a:cs typeface="Times New Roman" panose="02020603050405020304" pitchFamily="18" charset="0"/>
            </a:rPr>
            <a:t>ALU</a:t>
          </a:r>
          <a:r>
            <a:rPr lang="el-GR" sz="2400" i="1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CFEA6A9-7449-4933-87AD-2C385561E068}" type="parTrans" cxnId="{932693E2-8265-4453-B046-93E5AE2E671D}">
      <dgm:prSet/>
      <dgm:spPr/>
      <dgm:t>
        <a:bodyPr/>
        <a:lstStyle/>
        <a:p>
          <a:endParaRPr lang="en-US" sz="2800"/>
        </a:p>
      </dgm:t>
    </dgm:pt>
    <dgm:pt modelId="{8919B7D6-0BA9-4AEB-A7EB-9CE72BD66363}" type="sibTrans" cxnId="{932693E2-8265-4453-B046-93E5AE2E671D}">
      <dgm:prSet/>
      <dgm:spPr/>
      <dgm:t>
        <a:bodyPr/>
        <a:lstStyle/>
        <a:p>
          <a:endParaRPr lang="en-US" sz="2800"/>
        </a:p>
      </dgm:t>
    </dgm:pt>
    <dgm:pt modelId="{21A4AC65-B01D-4056-B829-4ACDB0642375}">
      <dgm:prSet custT="1"/>
      <dgm:spPr/>
      <dgm:t>
        <a:bodyPr/>
        <a:lstStyle/>
        <a:p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Memory</a:t>
          </a:r>
          <a:r>
            <a:rPr lang="el-GR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 (</a:t>
          </a:r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Ram </a:t>
          </a:r>
          <a:r>
            <a:rPr lang="el-GR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και </a:t>
          </a:r>
          <a:r>
            <a:rPr lang="en-US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cache</a:t>
          </a:r>
          <a:r>
            <a:rPr lang="el-GR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) - </a:t>
          </a:r>
          <a:r>
            <a:rPr lang="el-GR" sz="2400" i="1" dirty="0">
              <a:latin typeface="Times New Roman" panose="02020603050405020304" pitchFamily="18" charset="0"/>
              <a:cs typeface="Times New Roman" panose="02020603050405020304" pitchFamily="18" charset="0"/>
            </a:rPr>
            <a:t>Λανθασμένη εγγραφή, ανάγνωση από λάθος διεύθυνση και αδυναμία συγχρονισμού RAM–</a:t>
          </a:r>
          <a:r>
            <a:rPr lang="el-GR" sz="2400" i="1" dirty="0" err="1">
              <a:latin typeface="Times New Roman" panose="02020603050405020304" pitchFamily="18" charset="0"/>
              <a:cs typeface="Times New Roman" panose="02020603050405020304" pitchFamily="18" charset="0"/>
            </a:rPr>
            <a:t>cache</a:t>
          </a:r>
          <a:r>
            <a:rPr lang="el-GR" sz="2400" i="1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400" i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D6C8CD4-2FE1-40E5-B276-EE5E0F0D64C4}" type="parTrans" cxnId="{33CB91A3-FF33-4D1D-9C19-FE931F8709B8}">
      <dgm:prSet/>
      <dgm:spPr/>
      <dgm:t>
        <a:bodyPr/>
        <a:lstStyle/>
        <a:p>
          <a:endParaRPr lang="en-US" sz="2800"/>
        </a:p>
      </dgm:t>
    </dgm:pt>
    <dgm:pt modelId="{6A4BE9B1-A03D-40C7-AFCD-74C976D35060}" type="sibTrans" cxnId="{33CB91A3-FF33-4D1D-9C19-FE931F8709B8}">
      <dgm:prSet/>
      <dgm:spPr/>
      <dgm:t>
        <a:bodyPr/>
        <a:lstStyle/>
        <a:p>
          <a:endParaRPr lang="en-US" sz="2800"/>
        </a:p>
      </dgm:t>
    </dgm:pt>
    <dgm:pt modelId="{6D7A5A6B-E828-4084-A238-496A9695D9D8}" type="pres">
      <dgm:prSet presAssocID="{EAEA902D-EC05-4647-B6C0-507B57AC4722}" presName="vert0" presStyleCnt="0">
        <dgm:presLayoutVars>
          <dgm:dir/>
          <dgm:animOne val="branch"/>
          <dgm:animLvl val="lvl"/>
        </dgm:presLayoutVars>
      </dgm:prSet>
      <dgm:spPr/>
    </dgm:pt>
    <dgm:pt modelId="{CEE61A85-4C47-45D4-94F7-644BD58D37FD}" type="pres">
      <dgm:prSet presAssocID="{BBC47EDC-E072-42D6-B0E9-292219A9F8EF}" presName="thickLine" presStyleLbl="alignNode1" presStyleIdx="0" presStyleCnt="2"/>
      <dgm:spPr/>
    </dgm:pt>
    <dgm:pt modelId="{4F5050E7-9071-464B-B4A2-36AE9A0178F3}" type="pres">
      <dgm:prSet presAssocID="{BBC47EDC-E072-42D6-B0E9-292219A9F8EF}" presName="horz1" presStyleCnt="0"/>
      <dgm:spPr/>
    </dgm:pt>
    <dgm:pt modelId="{135681F9-E300-40D5-8AC1-4012DE72FEC5}" type="pres">
      <dgm:prSet presAssocID="{BBC47EDC-E072-42D6-B0E9-292219A9F8EF}" presName="tx1" presStyleLbl="revTx" presStyleIdx="0" presStyleCnt="6" custScaleX="376116" custScaleY="24831"/>
      <dgm:spPr/>
    </dgm:pt>
    <dgm:pt modelId="{E2A1E1C0-2AFC-4F88-83BB-FC07F7094C5B}" type="pres">
      <dgm:prSet presAssocID="{BBC47EDC-E072-42D6-B0E9-292219A9F8EF}" presName="vert1" presStyleCnt="0"/>
      <dgm:spPr/>
    </dgm:pt>
    <dgm:pt modelId="{DA0F0638-C927-4B7F-AAC3-49A909B7E173}" type="pres">
      <dgm:prSet presAssocID="{652A1CAF-DCBE-421D-A158-F35256116EE9}" presName="thickLine" presStyleLbl="alignNode1" presStyleIdx="1" presStyleCnt="2"/>
      <dgm:spPr/>
    </dgm:pt>
    <dgm:pt modelId="{DA2AB026-49B9-468B-BD76-4C26DB3EEC7E}" type="pres">
      <dgm:prSet presAssocID="{652A1CAF-DCBE-421D-A158-F35256116EE9}" presName="horz1" presStyleCnt="0"/>
      <dgm:spPr/>
    </dgm:pt>
    <dgm:pt modelId="{E309955B-B3F8-4089-8849-6DC71A1FA77D}" type="pres">
      <dgm:prSet presAssocID="{652A1CAF-DCBE-421D-A158-F35256116EE9}" presName="tx1" presStyleLbl="revTx" presStyleIdx="1" presStyleCnt="6" custScaleX="82862"/>
      <dgm:spPr/>
    </dgm:pt>
    <dgm:pt modelId="{57109543-B5B6-4FC6-BBE2-E9F0B8C44588}" type="pres">
      <dgm:prSet presAssocID="{652A1CAF-DCBE-421D-A158-F35256116EE9}" presName="vert1" presStyleCnt="0"/>
      <dgm:spPr/>
    </dgm:pt>
    <dgm:pt modelId="{CE4E9EA9-9923-4B03-9080-A384571A8B6C}" type="pres">
      <dgm:prSet presAssocID="{2C65A4A4-AFC0-4DA6-987B-F342C1CA27C6}" presName="vertSpace2a" presStyleCnt="0"/>
      <dgm:spPr/>
    </dgm:pt>
    <dgm:pt modelId="{DDFB23DD-DC78-4693-9432-4FE7723B5264}" type="pres">
      <dgm:prSet presAssocID="{2C65A4A4-AFC0-4DA6-987B-F342C1CA27C6}" presName="horz2" presStyleCnt="0"/>
      <dgm:spPr/>
    </dgm:pt>
    <dgm:pt modelId="{D33989D5-0A9A-43AE-BBFC-3AF44E3E434C}" type="pres">
      <dgm:prSet presAssocID="{2C65A4A4-AFC0-4DA6-987B-F342C1CA27C6}" presName="horzSpace2" presStyleCnt="0"/>
      <dgm:spPr/>
    </dgm:pt>
    <dgm:pt modelId="{AE996927-73C2-4D20-8AC9-AA3DCC65CF6E}" type="pres">
      <dgm:prSet presAssocID="{2C65A4A4-AFC0-4DA6-987B-F342C1CA27C6}" presName="tx2" presStyleLbl="revTx" presStyleIdx="2" presStyleCnt="6" custScaleY="69011"/>
      <dgm:spPr/>
    </dgm:pt>
    <dgm:pt modelId="{943488DA-3634-4BFA-9924-F07A98C7FEF2}" type="pres">
      <dgm:prSet presAssocID="{2C65A4A4-AFC0-4DA6-987B-F342C1CA27C6}" presName="vert2" presStyleCnt="0"/>
      <dgm:spPr/>
    </dgm:pt>
    <dgm:pt modelId="{F42E62C7-A451-47CB-97C4-2F595761F643}" type="pres">
      <dgm:prSet presAssocID="{2C65A4A4-AFC0-4DA6-987B-F342C1CA27C6}" presName="thinLine2b" presStyleLbl="callout" presStyleIdx="0" presStyleCnt="4"/>
      <dgm:spPr/>
    </dgm:pt>
    <dgm:pt modelId="{A3BC761C-BCDD-4646-89D6-4D1A47882971}" type="pres">
      <dgm:prSet presAssocID="{2C65A4A4-AFC0-4DA6-987B-F342C1CA27C6}" presName="vertSpace2b" presStyleCnt="0"/>
      <dgm:spPr/>
    </dgm:pt>
    <dgm:pt modelId="{DDEA06A6-DD1B-4AE3-B68F-DE40D5755B33}" type="pres">
      <dgm:prSet presAssocID="{DB9315DC-8954-488A-9DC9-385D2C6CC84E}" presName="horz2" presStyleCnt="0"/>
      <dgm:spPr/>
    </dgm:pt>
    <dgm:pt modelId="{800130AD-3442-483B-BA1F-D5F67F9F2D16}" type="pres">
      <dgm:prSet presAssocID="{DB9315DC-8954-488A-9DC9-385D2C6CC84E}" presName="horzSpace2" presStyleCnt="0"/>
      <dgm:spPr/>
    </dgm:pt>
    <dgm:pt modelId="{845991A4-07D1-4526-BAA7-1A3C0C7E7B9F}" type="pres">
      <dgm:prSet presAssocID="{DB9315DC-8954-488A-9DC9-385D2C6CC84E}" presName="tx2" presStyleLbl="revTx" presStyleIdx="3" presStyleCnt="6" custScaleY="80761"/>
      <dgm:spPr/>
    </dgm:pt>
    <dgm:pt modelId="{076B705B-3D33-40AE-9F6D-7BE79B9E220D}" type="pres">
      <dgm:prSet presAssocID="{DB9315DC-8954-488A-9DC9-385D2C6CC84E}" presName="vert2" presStyleCnt="0"/>
      <dgm:spPr/>
    </dgm:pt>
    <dgm:pt modelId="{DD8924FC-4639-40C9-8C01-898754A15913}" type="pres">
      <dgm:prSet presAssocID="{DB9315DC-8954-488A-9DC9-385D2C6CC84E}" presName="thinLine2b" presStyleLbl="callout" presStyleIdx="1" presStyleCnt="4"/>
      <dgm:spPr/>
    </dgm:pt>
    <dgm:pt modelId="{5A85E42D-9996-4438-B7CD-0911ECD1D391}" type="pres">
      <dgm:prSet presAssocID="{DB9315DC-8954-488A-9DC9-385D2C6CC84E}" presName="vertSpace2b" presStyleCnt="0"/>
      <dgm:spPr/>
    </dgm:pt>
    <dgm:pt modelId="{431C0738-8A80-4BD6-9E9F-BB7F4EA45E4F}" type="pres">
      <dgm:prSet presAssocID="{6D8B623C-4479-4FD0-BED3-B166E740D71A}" presName="horz2" presStyleCnt="0"/>
      <dgm:spPr/>
    </dgm:pt>
    <dgm:pt modelId="{4F462999-9A47-4480-8A8A-24A6C5E1F07E}" type="pres">
      <dgm:prSet presAssocID="{6D8B623C-4479-4FD0-BED3-B166E740D71A}" presName="horzSpace2" presStyleCnt="0"/>
      <dgm:spPr/>
    </dgm:pt>
    <dgm:pt modelId="{DBAB7717-555A-4665-BF9F-ACDB3321E3C6}" type="pres">
      <dgm:prSet presAssocID="{6D8B623C-4479-4FD0-BED3-B166E740D71A}" presName="tx2" presStyleLbl="revTx" presStyleIdx="4" presStyleCnt="6" custScaleY="75359"/>
      <dgm:spPr/>
    </dgm:pt>
    <dgm:pt modelId="{E1BD6F47-95D2-40C2-8DB3-40163964B949}" type="pres">
      <dgm:prSet presAssocID="{6D8B623C-4479-4FD0-BED3-B166E740D71A}" presName="vert2" presStyleCnt="0"/>
      <dgm:spPr/>
    </dgm:pt>
    <dgm:pt modelId="{65EBE23B-4A86-4AD1-8F79-1D784405E41E}" type="pres">
      <dgm:prSet presAssocID="{6D8B623C-4479-4FD0-BED3-B166E740D71A}" presName="thinLine2b" presStyleLbl="callout" presStyleIdx="2" presStyleCnt="4"/>
      <dgm:spPr/>
    </dgm:pt>
    <dgm:pt modelId="{4EEFC8C9-1529-4B39-A7C5-B434E0F2D7A4}" type="pres">
      <dgm:prSet presAssocID="{6D8B623C-4479-4FD0-BED3-B166E740D71A}" presName="vertSpace2b" presStyleCnt="0"/>
      <dgm:spPr/>
    </dgm:pt>
    <dgm:pt modelId="{4D70EF3A-EA3C-4926-8391-B3601B07B54A}" type="pres">
      <dgm:prSet presAssocID="{21A4AC65-B01D-4056-B829-4ACDB0642375}" presName="horz2" presStyleCnt="0"/>
      <dgm:spPr/>
    </dgm:pt>
    <dgm:pt modelId="{1A40BF02-7883-454D-BD14-AFBA778B8FB0}" type="pres">
      <dgm:prSet presAssocID="{21A4AC65-B01D-4056-B829-4ACDB0642375}" presName="horzSpace2" presStyleCnt="0"/>
      <dgm:spPr/>
    </dgm:pt>
    <dgm:pt modelId="{E85FC30D-2DE8-46FF-BF60-95AB20D44E37}" type="pres">
      <dgm:prSet presAssocID="{21A4AC65-B01D-4056-B829-4ACDB0642375}" presName="tx2" presStyleLbl="revTx" presStyleIdx="5" presStyleCnt="6" custScaleY="114132"/>
      <dgm:spPr/>
    </dgm:pt>
    <dgm:pt modelId="{1D9979FB-EA83-4AB3-9839-90BA0D97424D}" type="pres">
      <dgm:prSet presAssocID="{21A4AC65-B01D-4056-B829-4ACDB0642375}" presName="vert2" presStyleCnt="0"/>
      <dgm:spPr/>
    </dgm:pt>
    <dgm:pt modelId="{F8E2FC71-60F3-483D-AA96-A0DC999F68D1}" type="pres">
      <dgm:prSet presAssocID="{21A4AC65-B01D-4056-B829-4ACDB0642375}" presName="thinLine2b" presStyleLbl="callout" presStyleIdx="3" presStyleCnt="4"/>
      <dgm:spPr/>
    </dgm:pt>
    <dgm:pt modelId="{DEA3D4C9-08E0-406D-A085-DFA773ADCDC9}" type="pres">
      <dgm:prSet presAssocID="{21A4AC65-B01D-4056-B829-4ACDB0642375}" presName="vertSpace2b" presStyleCnt="0"/>
      <dgm:spPr/>
    </dgm:pt>
  </dgm:ptLst>
  <dgm:cxnLst>
    <dgm:cxn modelId="{5A272827-784B-4ED1-B51F-0C45EC177501}" srcId="{652A1CAF-DCBE-421D-A158-F35256116EE9}" destId="{2C65A4A4-AFC0-4DA6-987B-F342C1CA27C6}" srcOrd="0" destOrd="0" parTransId="{561BB33B-F95B-48CA-88AD-CAD91DB6C01C}" sibTransId="{E53F6425-8FD3-45CD-A5CC-F39A999EAE5E}"/>
    <dgm:cxn modelId="{74793C28-1F52-43FC-B5D7-5AC197F5614C}" type="presOf" srcId="{2C65A4A4-AFC0-4DA6-987B-F342C1CA27C6}" destId="{AE996927-73C2-4D20-8AC9-AA3DCC65CF6E}" srcOrd="0" destOrd="0" presId="urn:microsoft.com/office/officeart/2008/layout/LinedList"/>
    <dgm:cxn modelId="{BDC44C2A-0938-408D-9CD3-86AF61D15815}" type="presOf" srcId="{21A4AC65-B01D-4056-B829-4ACDB0642375}" destId="{E85FC30D-2DE8-46FF-BF60-95AB20D44E37}" srcOrd="0" destOrd="0" presId="urn:microsoft.com/office/officeart/2008/layout/LinedList"/>
    <dgm:cxn modelId="{03E7C538-03EA-41AD-A236-D8AE1783956F}" type="presOf" srcId="{6D8B623C-4479-4FD0-BED3-B166E740D71A}" destId="{DBAB7717-555A-4665-BF9F-ACDB3321E3C6}" srcOrd="0" destOrd="0" presId="urn:microsoft.com/office/officeart/2008/layout/LinedList"/>
    <dgm:cxn modelId="{444DD749-5F28-4716-8A66-20CE02AFE421}" srcId="{652A1CAF-DCBE-421D-A158-F35256116EE9}" destId="{DB9315DC-8954-488A-9DC9-385D2C6CC84E}" srcOrd="1" destOrd="0" parTransId="{2B6292A8-C5EB-48A7-A33E-0BBD31538BA6}" sibTransId="{EB0FE756-63FB-4C6B-B99A-328A672766B5}"/>
    <dgm:cxn modelId="{6B22866F-0A73-408C-AAEC-0AADAA7A4446}" type="presOf" srcId="{652A1CAF-DCBE-421D-A158-F35256116EE9}" destId="{E309955B-B3F8-4089-8849-6DC71A1FA77D}" srcOrd="0" destOrd="0" presId="urn:microsoft.com/office/officeart/2008/layout/LinedList"/>
    <dgm:cxn modelId="{B7957B55-415F-4DF1-8256-5D370D465A66}" type="presOf" srcId="{DB9315DC-8954-488A-9DC9-385D2C6CC84E}" destId="{845991A4-07D1-4526-BAA7-1A3C0C7E7B9F}" srcOrd="0" destOrd="0" presId="urn:microsoft.com/office/officeart/2008/layout/LinedList"/>
    <dgm:cxn modelId="{228E3B81-A44D-48E5-AD36-464DD0045703}" srcId="{EAEA902D-EC05-4647-B6C0-507B57AC4722}" destId="{652A1CAF-DCBE-421D-A158-F35256116EE9}" srcOrd="1" destOrd="0" parTransId="{99D326C1-3246-4013-BF9D-3A99860451FF}" sibTransId="{9AEDBFE7-4603-4469-9FBC-FA8E24C9C6B8}"/>
    <dgm:cxn modelId="{33CB91A3-FF33-4D1D-9C19-FE931F8709B8}" srcId="{652A1CAF-DCBE-421D-A158-F35256116EE9}" destId="{21A4AC65-B01D-4056-B829-4ACDB0642375}" srcOrd="3" destOrd="0" parTransId="{8D6C8CD4-2FE1-40E5-B276-EE5E0F0D64C4}" sibTransId="{6A4BE9B1-A03D-40C7-AFCD-74C976D35060}"/>
    <dgm:cxn modelId="{82C856C1-5D42-44D5-98A2-10C43E9F384B}" type="presOf" srcId="{BBC47EDC-E072-42D6-B0E9-292219A9F8EF}" destId="{135681F9-E300-40D5-8AC1-4012DE72FEC5}" srcOrd="0" destOrd="0" presId="urn:microsoft.com/office/officeart/2008/layout/LinedList"/>
    <dgm:cxn modelId="{4DB65AD8-24FD-4D80-8A0F-3BE9121DA6D5}" type="presOf" srcId="{EAEA902D-EC05-4647-B6C0-507B57AC4722}" destId="{6D7A5A6B-E828-4084-A238-496A9695D9D8}" srcOrd="0" destOrd="0" presId="urn:microsoft.com/office/officeart/2008/layout/LinedList"/>
    <dgm:cxn modelId="{932693E2-8265-4453-B046-93E5AE2E671D}" srcId="{652A1CAF-DCBE-421D-A158-F35256116EE9}" destId="{6D8B623C-4479-4FD0-BED3-B166E740D71A}" srcOrd="2" destOrd="0" parTransId="{BCFEA6A9-7449-4933-87AD-2C385561E068}" sibTransId="{8919B7D6-0BA9-4AEB-A7EB-9CE72BD66363}"/>
    <dgm:cxn modelId="{39EBC6F3-BD07-4188-8C23-C9997EB6E0CB}" srcId="{EAEA902D-EC05-4647-B6C0-507B57AC4722}" destId="{BBC47EDC-E072-42D6-B0E9-292219A9F8EF}" srcOrd="0" destOrd="0" parTransId="{5DECC262-C4D5-43E6-96A9-0D70E28CB3C1}" sibTransId="{09B26E34-9ED5-404E-879C-FCE189FDB04A}"/>
    <dgm:cxn modelId="{F0612D10-1028-4466-AB21-B22C3D3BCA60}" type="presParOf" srcId="{6D7A5A6B-E828-4084-A238-496A9695D9D8}" destId="{CEE61A85-4C47-45D4-94F7-644BD58D37FD}" srcOrd="0" destOrd="0" presId="urn:microsoft.com/office/officeart/2008/layout/LinedList"/>
    <dgm:cxn modelId="{2306B064-1FF3-4FCF-A581-B6F02E091624}" type="presParOf" srcId="{6D7A5A6B-E828-4084-A238-496A9695D9D8}" destId="{4F5050E7-9071-464B-B4A2-36AE9A0178F3}" srcOrd="1" destOrd="0" presId="urn:microsoft.com/office/officeart/2008/layout/LinedList"/>
    <dgm:cxn modelId="{21FE393B-F7AE-4B8F-878A-E3897EACBBE8}" type="presParOf" srcId="{4F5050E7-9071-464B-B4A2-36AE9A0178F3}" destId="{135681F9-E300-40D5-8AC1-4012DE72FEC5}" srcOrd="0" destOrd="0" presId="urn:microsoft.com/office/officeart/2008/layout/LinedList"/>
    <dgm:cxn modelId="{5853D4F3-85A9-44FE-A72C-62C06D6558F6}" type="presParOf" srcId="{4F5050E7-9071-464B-B4A2-36AE9A0178F3}" destId="{E2A1E1C0-2AFC-4F88-83BB-FC07F7094C5B}" srcOrd="1" destOrd="0" presId="urn:microsoft.com/office/officeart/2008/layout/LinedList"/>
    <dgm:cxn modelId="{A411244E-C3E0-4074-8E71-A81DF70B7464}" type="presParOf" srcId="{6D7A5A6B-E828-4084-A238-496A9695D9D8}" destId="{DA0F0638-C927-4B7F-AAC3-49A909B7E173}" srcOrd="2" destOrd="0" presId="urn:microsoft.com/office/officeart/2008/layout/LinedList"/>
    <dgm:cxn modelId="{9FD4EDA3-BE8D-4A2A-94FD-9496A3E8AB63}" type="presParOf" srcId="{6D7A5A6B-E828-4084-A238-496A9695D9D8}" destId="{DA2AB026-49B9-468B-BD76-4C26DB3EEC7E}" srcOrd="3" destOrd="0" presId="urn:microsoft.com/office/officeart/2008/layout/LinedList"/>
    <dgm:cxn modelId="{F542E720-8466-4617-86D6-F9FCF4F66F2E}" type="presParOf" srcId="{DA2AB026-49B9-468B-BD76-4C26DB3EEC7E}" destId="{E309955B-B3F8-4089-8849-6DC71A1FA77D}" srcOrd="0" destOrd="0" presId="urn:microsoft.com/office/officeart/2008/layout/LinedList"/>
    <dgm:cxn modelId="{8107D770-82B9-4330-AA80-8B27C5D5E853}" type="presParOf" srcId="{DA2AB026-49B9-468B-BD76-4C26DB3EEC7E}" destId="{57109543-B5B6-4FC6-BBE2-E9F0B8C44588}" srcOrd="1" destOrd="0" presId="urn:microsoft.com/office/officeart/2008/layout/LinedList"/>
    <dgm:cxn modelId="{1792F3ED-5A50-4B11-ACF0-535ED86B5C9A}" type="presParOf" srcId="{57109543-B5B6-4FC6-BBE2-E9F0B8C44588}" destId="{CE4E9EA9-9923-4B03-9080-A384571A8B6C}" srcOrd="0" destOrd="0" presId="urn:microsoft.com/office/officeart/2008/layout/LinedList"/>
    <dgm:cxn modelId="{B4929235-E1B4-4E42-8F74-F9B563BA75AC}" type="presParOf" srcId="{57109543-B5B6-4FC6-BBE2-E9F0B8C44588}" destId="{DDFB23DD-DC78-4693-9432-4FE7723B5264}" srcOrd="1" destOrd="0" presId="urn:microsoft.com/office/officeart/2008/layout/LinedList"/>
    <dgm:cxn modelId="{E2ACBAD9-0A39-4AA7-8565-A0870389DD1C}" type="presParOf" srcId="{DDFB23DD-DC78-4693-9432-4FE7723B5264}" destId="{D33989D5-0A9A-43AE-BBFC-3AF44E3E434C}" srcOrd="0" destOrd="0" presId="urn:microsoft.com/office/officeart/2008/layout/LinedList"/>
    <dgm:cxn modelId="{254ED592-E793-4747-B95D-C093D95ED418}" type="presParOf" srcId="{DDFB23DD-DC78-4693-9432-4FE7723B5264}" destId="{AE996927-73C2-4D20-8AC9-AA3DCC65CF6E}" srcOrd="1" destOrd="0" presId="urn:microsoft.com/office/officeart/2008/layout/LinedList"/>
    <dgm:cxn modelId="{BDFCBFFD-CEF6-4E60-AAF0-FADD07FB32B9}" type="presParOf" srcId="{DDFB23DD-DC78-4693-9432-4FE7723B5264}" destId="{943488DA-3634-4BFA-9924-F07A98C7FEF2}" srcOrd="2" destOrd="0" presId="urn:microsoft.com/office/officeart/2008/layout/LinedList"/>
    <dgm:cxn modelId="{6B660400-3612-4E32-A4B7-3E6C4A53042C}" type="presParOf" srcId="{57109543-B5B6-4FC6-BBE2-E9F0B8C44588}" destId="{F42E62C7-A451-47CB-97C4-2F595761F643}" srcOrd="2" destOrd="0" presId="urn:microsoft.com/office/officeart/2008/layout/LinedList"/>
    <dgm:cxn modelId="{658A68A9-A306-4964-BF76-D572D70BC4AD}" type="presParOf" srcId="{57109543-B5B6-4FC6-BBE2-E9F0B8C44588}" destId="{A3BC761C-BCDD-4646-89D6-4D1A47882971}" srcOrd="3" destOrd="0" presId="urn:microsoft.com/office/officeart/2008/layout/LinedList"/>
    <dgm:cxn modelId="{BD79825F-43F3-461F-A331-259340F20DDF}" type="presParOf" srcId="{57109543-B5B6-4FC6-BBE2-E9F0B8C44588}" destId="{DDEA06A6-DD1B-4AE3-B68F-DE40D5755B33}" srcOrd="4" destOrd="0" presId="urn:microsoft.com/office/officeart/2008/layout/LinedList"/>
    <dgm:cxn modelId="{632CBE58-9B8F-4E27-BF8E-EE9C752708D3}" type="presParOf" srcId="{DDEA06A6-DD1B-4AE3-B68F-DE40D5755B33}" destId="{800130AD-3442-483B-BA1F-D5F67F9F2D16}" srcOrd="0" destOrd="0" presId="urn:microsoft.com/office/officeart/2008/layout/LinedList"/>
    <dgm:cxn modelId="{BBE27D0A-895F-4065-A67C-23A20A05A964}" type="presParOf" srcId="{DDEA06A6-DD1B-4AE3-B68F-DE40D5755B33}" destId="{845991A4-07D1-4526-BAA7-1A3C0C7E7B9F}" srcOrd="1" destOrd="0" presId="urn:microsoft.com/office/officeart/2008/layout/LinedList"/>
    <dgm:cxn modelId="{82EA90E8-2BE7-4EA7-9AF2-25CA148D67DE}" type="presParOf" srcId="{DDEA06A6-DD1B-4AE3-B68F-DE40D5755B33}" destId="{076B705B-3D33-40AE-9F6D-7BE79B9E220D}" srcOrd="2" destOrd="0" presId="urn:microsoft.com/office/officeart/2008/layout/LinedList"/>
    <dgm:cxn modelId="{13C20998-88A6-454A-96E6-6DF50890158D}" type="presParOf" srcId="{57109543-B5B6-4FC6-BBE2-E9F0B8C44588}" destId="{DD8924FC-4639-40C9-8C01-898754A15913}" srcOrd="5" destOrd="0" presId="urn:microsoft.com/office/officeart/2008/layout/LinedList"/>
    <dgm:cxn modelId="{2B9825CF-AC92-4CCA-88BB-46B9F1528DDE}" type="presParOf" srcId="{57109543-B5B6-4FC6-BBE2-E9F0B8C44588}" destId="{5A85E42D-9996-4438-B7CD-0911ECD1D391}" srcOrd="6" destOrd="0" presId="urn:microsoft.com/office/officeart/2008/layout/LinedList"/>
    <dgm:cxn modelId="{52A03F3C-A91C-45CD-A426-88054D929EB3}" type="presParOf" srcId="{57109543-B5B6-4FC6-BBE2-E9F0B8C44588}" destId="{431C0738-8A80-4BD6-9E9F-BB7F4EA45E4F}" srcOrd="7" destOrd="0" presId="urn:microsoft.com/office/officeart/2008/layout/LinedList"/>
    <dgm:cxn modelId="{A03C866A-15D8-46C6-9AB4-C7F5B3A3D7E9}" type="presParOf" srcId="{431C0738-8A80-4BD6-9E9F-BB7F4EA45E4F}" destId="{4F462999-9A47-4480-8A8A-24A6C5E1F07E}" srcOrd="0" destOrd="0" presId="urn:microsoft.com/office/officeart/2008/layout/LinedList"/>
    <dgm:cxn modelId="{4A522C61-5EFC-42D9-88D6-7DBF29299C43}" type="presParOf" srcId="{431C0738-8A80-4BD6-9E9F-BB7F4EA45E4F}" destId="{DBAB7717-555A-4665-BF9F-ACDB3321E3C6}" srcOrd="1" destOrd="0" presId="urn:microsoft.com/office/officeart/2008/layout/LinedList"/>
    <dgm:cxn modelId="{D65ABD06-379F-499D-B8E1-7A0C0094F298}" type="presParOf" srcId="{431C0738-8A80-4BD6-9E9F-BB7F4EA45E4F}" destId="{E1BD6F47-95D2-40C2-8DB3-40163964B949}" srcOrd="2" destOrd="0" presId="urn:microsoft.com/office/officeart/2008/layout/LinedList"/>
    <dgm:cxn modelId="{8DCFB11F-F15E-4409-8B86-9EB6B5359018}" type="presParOf" srcId="{57109543-B5B6-4FC6-BBE2-E9F0B8C44588}" destId="{65EBE23B-4A86-4AD1-8F79-1D784405E41E}" srcOrd="8" destOrd="0" presId="urn:microsoft.com/office/officeart/2008/layout/LinedList"/>
    <dgm:cxn modelId="{D62E0963-89E2-4F9C-9E6A-B2BAD97001E5}" type="presParOf" srcId="{57109543-B5B6-4FC6-BBE2-E9F0B8C44588}" destId="{4EEFC8C9-1529-4B39-A7C5-B434E0F2D7A4}" srcOrd="9" destOrd="0" presId="urn:microsoft.com/office/officeart/2008/layout/LinedList"/>
    <dgm:cxn modelId="{BA4E059A-69EE-4878-88B6-7129E421F3DD}" type="presParOf" srcId="{57109543-B5B6-4FC6-BBE2-E9F0B8C44588}" destId="{4D70EF3A-EA3C-4926-8391-B3601B07B54A}" srcOrd="10" destOrd="0" presId="urn:microsoft.com/office/officeart/2008/layout/LinedList"/>
    <dgm:cxn modelId="{9F29B612-5CCC-4F22-84B2-FBD9D771CCAD}" type="presParOf" srcId="{4D70EF3A-EA3C-4926-8391-B3601B07B54A}" destId="{1A40BF02-7883-454D-BD14-AFBA778B8FB0}" srcOrd="0" destOrd="0" presId="urn:microsoft.com/office/officeart/2008/layout/LinedList"/>
    <dgm:cxn modelId="{0E241A5C-9810-4F56-AA48-813F046C4B1D}" type="presParOf" srcId="{4D70EF3A-EA3C-4926-8391-B3601B07B54A}" destId="{E85FC30D-2DE8-46FF-BF60-95AB20D44E37}" srcOrd="1" destOrd="0" presId="urn:microsoft.com/office/officeart/2008/layout/LinedList"/>
    <dgm:cxn modelId="{B8625B04-12A3-4025-AD43-6A6D3E991A74}" type="presParOf" srcId="{4D70EF3A-EA3C-4926-8391-B3601B07B54A}" destId="{1D9979FB-EA83-4AB3-9839-90BA0D97424D}" srcOrd="2" destOrd="0" presId="urn:microsoft.com/office/officeart/2008/layout/LinedList"/>
    <dgm:cxn modelId="{4BD24EEE-FCF7-4D5C-9205-81B915FE4C62}" type="presParOf" srcId="{57109543-B5B6-4FC6-BBE2-E9F0B8C44588}" destId="{F8E2FC71-60F3-483D-AA96-A0DC999F68D1}" srcOrd="11" destOrd="0" presId="urn:microsoft.com/office/officeart/2008/layout/LinedList"/>
    <dgm:cxn modelId="{48E9325A-FEFF-40BA-A574-545F38542F35}" type="presParOf" srcId="{57109543-B5B6-4FC6-BBE2-E9F0B8C44588}" destId="{DEA3D4C9-08E0-406D-A085-DFA773ADCDC9}" srcOrd="12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77EC3C1-4F04-4B45-9548-323BFCB2BE01}" type="doc">
      <dgm:prSet loTypeId="urn:microsoft.com/office/officeart/2008/layout/LinedList" loCatId="list" qsTypeId="urn:microsoft.com/office/officeart/2005/8/quickstyle/simple1" qsCatId="simple" csTypeId="urn:microsoft.com/office/officeart/2005/8/colors/accent4_1" csCatId="accent4" phldr="1"/>
      <dgm:spPr/>
      <dgm:t>
        <a:bodyPr/>
        <a:lstStyle/>
        <a:p>
          <a:endParaRPr lang="el-GR"/>
        </a:p>
      </dgm:t>
    </dgm:pt>
    <dgm:pt modelId="{8ACA2BA1-8E83-4428-A34D-5930ADC6895F}">
      <dgm:prSet phldrT="[Κείμενο]" phldr="0" custT="1"/>
      <dgm:spPr/>
      <dgm:t>
        <a:bodyPr/>
        <a:lstStyle/>
        <a:p>
          <a:r>
            <a:rPr lang="el-GR" sz="2400" b="1" dirty="0">
              <a:latin typeface="Times New Roman" panose="02020603050405020304" pitchFamily="18" charset="0"/>
              <a:cs typeface="Times New Roman" panose="02020603050405020304" pitchFamily="18" charset="0"/>
            </a:rPr>
            <a:t>Τεχνικές Αντιμέτρων Λογισμικού</a:t>
          </a:r>
        </a:p>
      </dgm:t>
    </dgm:pt>
    <dgm:pt modelId="{186DF8D1-CD1E-44E9-8EC4-CE0DC8A34E5A}" type="parTrans" cxnId="{300A57DA-3549-4D57-A999-E2F82A1A1F6E}">
      <dgm:prSet/>
      <dgm:spPr/>
      <dgm:t>
        <a:bodyPr/>
        <a:lstStyle/>
        <a:p>
          <a:endParaRPr lang="el-GR"/>
        </a:p>
      </dgm:t>
    </dgm:pt>
    <dgm:pt modelId="{9B2D753D-A76E-4E06-B817-8CAABD3ABF49}" type="sibTrans" cxnId="{300A57DA-3549-4D57-A999-E2F82A1A1F6E}">
      <dgm:prSet/>
      <dgm:spPr/>
      <dgm:t>
        <a:bodyPr/>
        <a:lstStyle/>
        <a:p>
          <a:endParaRPr lang="el-GR"/>
        </a:p>
      </dgm:t>
    </dgm:pt>
    <dgm:pt modelId="{F171348A-DEC9-4891-8157-F2D691581BEF}">
      <dgm:prSet phldrT="[Κείμενο]" phldr="0" custT="1"/>
      <dgm:spPr/>
      <dgm:t>
        <a:bodyPr/>
        <a:lstStyle/>
        <a:p>
          <a:pPr algn="l">
            <a:buFont typeface="Arial" panose="020B0604020202020204" pitchFamily="34" charset="0"/>
            <a:buChar char="•"/>
          </a:pPr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Resource Redundancy</a:t>
          </a:r>
          <a:r>
            <a:rPr lang="el-GR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br>
            <a:rPr lang="el-GR" sz="24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l-GR" sz="2400" i="1" dirty="0">
              <a:latin typeface="Times New Roman" panose="02020603050405020304" pitchFamily="18" charset="0"/>
              <a:cs typeface="Times New Roman" panose="02020603050405020304" pitchFamily="18" charset="0"/>
            </a:rPr>
            <a:t>Διπλός ή τριπλός πλεονασμός, ή χρήση πλεονάζουσας μνήμης.</a:t>
          </a:r>
        </a:p>
      </dgm:t>
    </dgm:pt>
    <dgm:pt modelId="{096D3C20-64C5-44D8-8449-411D5A87D43F}" type="parTrans" cxnId="{37C23CB1-18E0-4FB6-88D1-C21D62D15908}">
      <dgm:prSet/>
      <dgm:spPr/>
      <dgm:t>
        <a:bodyPr/>
        <a:lstStyle/>
        <a:p>
          <a:endParaRPr lang="el-GR"/>
        </a:p>
      </dgm:t>
    </dgm:pt>
    <dgm:pt modelId="{94FD6BA7-553D-4009-9FD2-62F0D7636F64}" type="sibTrans" cxnId="{37C23CB1-18E0-4FB6-88D1-C21D62D15908}">
      <dgm:prSet/>
      <dgm:spPr/>
      <dgm:t>
        <a:bodyPr/>
        <a:lstStyle/>
        <a:p>
          <a:endParaRPr lang="el-GR"/>
        </a:p>
      </dgm:t>
    </dgm:pt>
    <dgm:pt modelId="{E5ED09F4-44F5-4361-B103-44C7FE502A15}">
      <dgm:prSet phldrT="[Κείμενο]" phldr="0" custT="1"/>
      <dgm:spPr/>
      <dgm:t>
        <a:bodyPr/>
        <a:lstStyle/>
        <a:p>
          <a:r>
            <a:rPr lang="en-US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Timing Redundancy</a:t>
          </a:r>
          <a:r>
            <a:rPr lang="el-GR" sz="24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br>
            <a:rPr lang="el-GR" sz="24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l-GR" sz="2400" b="0" i="1" dirty="0">
              <a:latin typeface="Times New Roman" panose="02020603050405020304" pitchFamily="18" charset="0"/>
              <a:cs typeface="Times New Roman" panose="02020603050405020304" pitchFamily="18" charset="0"/>
            </a:rPr>
            <a:t>Ί</a:t>
          </a:r>
          <a:r>
            <a:rPr lang="el-GR" sz="2400" i="1" dirty="0">
              <a:latin typeface="Times New Roman" panose="02020603050405020304" pitchFamily="18" charset="0"/>
              <a:cs typeface="Times New Roman" panose="02020603050405020304" pitchFamily="18" charset="0"/>
            </a:rPr>
            <a:t>διες εντολές εκτελούν σε διαφορετικές χρονικές στιγμές.</a:t>
          </a:r>
        </a:p>
      </dgm:t>
    </dgm:pt>
    <dgm:pt modelId="{69456499-69E8-4652-9856-AB7DDB90F709}" type="parTrans" cxnId="{99AE5012-431C-4669-8950-2303A5B90DD9}">
      <dgm:prSet/>
      <dgm:spPr/>
      <dgm:t>
        <a:bodyPr/>
        <a:lstStyle/>
        <a:p>
          <a:endParaRPr lang="el-GR"/>
        </a:p>
      </dgm:t>
    </dgm:pt>
    <dgm:pt modelId="{BE9EA4D1-F88A-4973-BE57-F6F9F29543EB}" type="sibTrans" cxnId="{99AE5012-431C-4669-8950-2303A5B90DD9}">
      <dgm:prSet/>
      <dgm:spPr/>
      <dgm:t>
        <a:bodyPr/>
        <a:lstStyle/>
        <a:p>
          <a:endParaRPr lang="el-GR"/>
        </a:p>
      </dgm:t>
    </dgm:pt>
    <dgm:pt modelId="{F9E8CEF4-8767-4077-B1A8-5F507155BAB5}" type="pres">
      <dgm:prSet presAssocID="{177EC3C1-4F04-4B45-9548-323BFCB2BE01}" presName="vert0" presStyleCnt="0">
        <dgm:presLayoutVars>
          <dgm:dir/>
          <dgm:animOne val="branch"/>
          <dgm:animLvl val="lvl"/>
        </dgm:presLayoutVars>
      </dgm:prSet>
      <dgm:spPr/>
    </dgm:pt>
    <dgm:pt modelId="{03940BA7-C60F-40BC-9315-1D7DA1D885C7}" type="pres">
      <dgm:prSet presAssocID="{8ACA2BA1-8E83-4428-A34D-5930ADC6895F}" presName="thickLine" presStyleLbl="alignNode1" presStyleIdx="0" presStyleCnt="1"/>
      <dgm:spPr/>
    </dgm:pt>
    <dgm:pt modelId="{20109E7D-BC8D-4F07-9371-6229DB06D71F}" type="pres">
      <dgm:prSet presAssocID="{8ACA2BA1-8E83-4428-A34D-5930ADC6895F}" presName="horz1" presStyleCnt="0"/>
      <dgm:spPr/>
    </dgm:pt>
    <dgm:pt modelId="{725BE619-C239-47D5-A5C1-55BDB866FA96}" type="pres">
      <dgm:prSet presAssocID="{8ACA2BA1-8E83-4428-A34D-5930ADC6895F}" presName="tx1" presStyleLbl="revTx" presStyleIdx="0" presStyleCnt="3" custScaleX="112695"/>
      <dgm:spPr/>
    </dgm:pt>
    <dgm:pt modelId="{3A12F720-B9E7-4541-8123-4F3E71EC6314}" type="pres">
      <dgm:prSet presAssocID="{8ACA2BA1-8E83-4428-A34D-5930ADC6895F}" presName="vert1" presStyleCnt="0"/>
      <dgm:spPr/>
    </dgm:pt>
    <dgm:pt modelId="{FD5576DC-C90E-48EA-855F-F7963F1846A7}" type="pres">
      <dgm:prSet presAssocID="{F171348A-DEC9-4891-8157-F2D691581BEF}" presName="vertSpace2a" presStyleCnt="0"/>
      <dgm:spPr/>
    </dgm:pt>
    <dgm:pt modelId="{B5E6EFD9-A00B-4124-86CA-37110A33C0D2}" type="pres">
      <dgm:prSet presAssocID="{F171348A-DEC9-4891-8157-F2D691581BEF}" presName="horz2" presStyleCnt="0"/>
      <dgm:spPr/>
    </dgm:pt>
    <dgm:pt modelId="{041433E0-64F5-41A2-A572-727641FD2297}" type="pres">
      <dgm:prSet presAssocID="{F171348A-DEC9-4891-8157-F2D691581BEF}" presName="horzSpace2" presStyleCnt="0"/>
      <dgm:spPr/>
    </dgm:pt>
    <dgm:pt modelId="{123E42AC-D9D5-43D2-9EC8-C172108A173D}" type="pres">
      <dgm:prSet presAssocID="{F171348A-DEC9-4891-8157-F2D691581BEF}" presName="tx2" presStyleLbl="revTx" presStyleIdx="1" presStyleCnt="3" custScaleY="36844"/>
      <dgm:spPr/>
    </dgm:pt>
    <dgm:pt modelId="{942BC7E2-0113-481C-AE46-9AF0E1DFC898}" type="pres">
      <dgm:prSet presAssocID="{F171348A-DEC9-4891-8157-F2D691581BEF}" presName="vert2" presStyleCnt="0"/>
      <dgm:spPr/>
    </dgm:pt>
    <dgm:pt modelId="{37A66A73-B551-4627-B0E6-9385577FC9E5}" type="pres">
      <dgm:prSet presAssocID="{F171348A-DEC9-4891-8157-F2D691581BEF}" presName="thinLine2b" presStyleLbl="callout" presStyleIdx="0" presStyleCnt="2"/>
      <dgm:spPr/>
    </dgm:pt>
    <dgm:pt modelId="{37E09616-C0F3-4C2D-9FC7-667E8DB28E39}" type="pres">
      <dgm:prSet presAssocID="{F171348A-DEC9-4891-8157-F2D691581BEF}" presName="vertSpace2b" presStyleCnt="0"/>
      <dgm:spPr/>
    </dgm:pt>
    <dgm:pt modelId="{7DB66BDA-70B7-4746-99DC-265AEDFE902D}" type="pres">
      <dgm:prSet presAssocID="{E5ED09F4-44F5-4361-B103-44C7FE502A15}" presName="horz2" presStyleCnt="0"/>
      <dgm:spPr/>
    </dgm:pt>
    <dgm:pt modelId="{6FBD60C4-54F5-4BEB-B433-05865E0604A1}" type="pres">
      <dgm:prSet presAssocID="{E5ED09F4-44F5-4361-B103-44C7FE502A15}" presName="horzSpace2" presStyleCnt="0"/>
      <dgm:spPr/>
    </dgm:pt>
    <dgm:pt modelId="{E105AF3D-F97D-4030-A0CF-FC6B1E72B46F}" type="pres">
      <dgm:prSet presAssocID="{E5ED09F4-44F5-4361-B103-44C7FE502A15}" presName="tx2" presStyleLbl="revTx" presStyleIdx="2" presStyleCnt="3" custScaleY="35955"/>
      <dgm:spPr/>
    </dgm:pt>
    <dgm:pt modelId="{DC83EBCD-4F21-4DC8-929B-19EE017A3B64}" type="pres">
      <dgm:prSet presAssocID="{E5ED09F4-44F5-4361-B103-44C7FE502A15}" presName="vert2" presStyleCnt="0"/>
      <dgm:spPr/>
    </dgm:pt>
    <dgm:pt modelId="{D0D0E075-2B28-4B42-93CF-9DB56226A165}" type="pres">
      <dgm:prSet presAssocID="{E5ED09F4-44F5-4361-B103-44C7FE502A15}" presName="thinLine2b" presStyleLbl="callout" presStyleIdx="1" presStyleCnt="2"/>
      <dgm:spPr/>
    </dgm:pt>
    <dgm:pt modelId="{C23416A2-81B8-43CB-9F28-6A5A106A3528}" type="pres">
      <dgm:prSet presAssocID="{E5ED09F4-44F5-4361-B103-44C7FE502A15}" presName="vertSpace2b" presStyleCnt="0"/>
      <dgm:spPr/>
    </dgm:pt>
  </dgm:ptLst>
  <dgm:cxnLst>
    <dgm:cxn modelId="{99AE5012-431C-4669-8950-2303A5B90DD9}" srcId="{8ACA2BA1-8E83-4428-A34D-5930ADC6895F}" destId="{E5ED09F4-44F5-4361-B103-44C7FE502A15}" srcOrd="1" destOrd="0" parTransId="{69456499-69E8-4652-9856-AB7DDB90F709}" sibTransId="{BE9EA4D1-F88A-4973-BE57-F6F9F29543EB}"/>
    <dgm:cxn modelId="{6845A932-1721-45CE-97D8-C7A2488591BC}" type="presOf" srcId="{177EC3C1-4F04-4B45-9548-323BFCB2BE01}" destId="{F9E8CEF4-8767-4077-B1A8-5F507155BAB5}" srcOrd="0" destOrd="0" presId="urn:microsoft.com/office/officeart/2008/layout/LinedList"/>
    <dgm:cxn modelId="{431DF680-90AE-4A7D-8CD3-E7B0ED7F70FB}" type="presOf" srcId="{F171348A-DEC9-4891-8157-F2D691581BEF}" destId="{123E42AC-D9D5-43D2-9EC8-C172108A173D}" srcOrd="0" destOrd="0" presId="urn:microsoft.com/office/officeart/2008/layout/LinedList"/>
    <dgm:cxn modelId="{90794786-EA6C-4F1F-A983-C7E120152A28}" type="presOf" srcId="{8ACA2BA1-8E83-4428-A34D-5930ADC6895F}" destId="{725BE619-C239-47D5-A5C1-55BDB866FA96}" srcOrd="0" destOrd="0" presId="urn:microsoft.com/office/officeart/2008/layout/LinedList"/>
    <dgm:cxn modelId="{F92648A7-1464-41E1-97A3-498400AE7070}" type="presOf" srcId="{E5ED09F4-44F5-4361-B103-44C7FE502A15}" destId="{E105AF3D-F97D-4030-A0CF-FC6B1E72B46F}" srcOrd="0" destOrd="0" presId="urn:microsoft.com/office/officeart/2008/layout/LinedList"/>
    <dgm:cxn modelId="{37C23CB1-18E0-4FB6-88D1-C21D62D15908}" srcId="{8ACA2BA1-8E83-4428-A34D-5930ADC6895F}" destId="{F171348A-DEC9-4891-8157-F2D691581BEF}" srcOrd="0" destOrd="0" parTransId="{096D3C20-64C5-44D8-8449-411D5A87D43F}" sibTransId="{94FD6BA7-553D-4009-9FD2-62F0D7636F64}"/>
    <dgm:cxn modelId="{300A57DA-3549-4D57-A999-E2F82A1A1F6E}" srcId="{177EC3C1-4F04-4B45-9548-323BFCB2BE01}" destId="{8ACA2BA1-8E83-4428-A34D-5930ADC6895F}" srcOrd="0" destOrd="0" parTransId="{186DF8D1-CD1E-44E9-8EC4-CE0DC8A34E5A}" sibTransId="{9B2D753D-A76E-4E06-B817-8CAABD3ABF49}"/>
    <dgm:cxn modelId="{84F95029-4498-478A-93D2-FB6423C81E8B}" type="presParOf" srcId="{F9E8CEF4-8767-4077-B1A8-5F507155BAB5}" destId="{03940BA7-C60F-40BC-9315-1D7DA1D885C7}" srcOrd="0" destOrd="0" presId="urn:microsoft.com/office/officeart/2008/layout/LinedList"/>
    <dgm:cxn modelId="{8EDA9CCA-615D-4587-B722-CB79EC5BFCD6}" type="presParOf" srcId="{F9E8CEF4-8767-4077-B1A8-5F507155BAB5}" destId="{20109E7D-BC8D-4F07-9371-6229DB06D71F}" srcOrd="1" destOrd="0" presId="urn:microsoft.com/office/officeart/2008/layout/LinedList"/>
    <dgm:cxn modelId="{959C6964-6AA2-4AE5-BE2A-1A4738F6B479}" type="presParOf" srcId="{20109E7D-BC8D-4F07-9371-6229DB06D71F}" destId="{725BE619-C239-47D5-A5C1-55BDB866FA96}" srcOrd="0" destOrd="0" presId="urn:microsoft.com/office/officeart/2008/layout/LinedList"/>
    <dgm:cxn modelId="{8AC95F9E-4CDA-4F0D-978A-2E89766BAA73}" type="presParOf" srcId="{20109E7D-BC8D-4F07-9371-6229DB06D71F}" destId="{3A12F720-B9E7-4541-8123-4F3E71EC6314}" srcOrd="1" destOrd="0" presId="urn:microsoft.com/office/officeart/2008/layout/LinedList"/>
    <dgm:cxn modelId="{023C3426-EA70-415B-A995-06502B996E97}" type="presParOf" srcId="{3A12F720-B9E7-4541-8123-4F3E71EC6314}" destId="{FD5576DC-C90E-48EA-855F-F7963F1846A7}" srcOrd="0" destOrd="0" presId="urn:microsoft.com/office/officeart/2008/layout/LinedList"/>
    <dgm:cxn modelId="{BDBAFE34-0AE5-460A-B421-0546FDB23892}" type="presParOf" srcId="{3A12F720-B9E7-4541-8123-4F3E71EC6314}" destId="{B5E6EFD9-A00B-4124-86CA-37110A33C0D2}" srcOrd="1" destOrd="0" presId="urn:microsoft.com/office/officeart/2008/layout/LinedList"/>
    <dgm:cxn modelId="{DA9CF0D1-5A29-4AEC-B369-3EB9A767F3FC}" type="presParOf" srcId="{B5E6EFD9-A00B-4124-86CA-37110A33C0D2}" destId="{041433E0-64F5-41A2-A572-727641FD2297}" srcOrd="0" destOrd="0" presId="urn:microsoft.com/office/officeart/2008/layout/LinedList"/>
    <dgm:cxn modelId="{13774913-B031-4807-BB56-E9E413C56AAC}" type="presParOf" srcId="{B5E6EFD9-A00B-4124-86CA-37110A33C0D2}" destId="{123E42AC-D9D5-43D2-9EC8-C172108A173D}" srcOrd="1" destOrd="0" presId="urn:microsoft.com/office/officeart/2008/layout/LinedList"/>
    <dgm:cxn modelId="{B3495C51-1D44-4EBF-BE6F-E88B9D83D577}" type="presParOf" srcId="{B5E6EFD9-A00B-4124-86CA-37110A33C0D2}" destId="{942BC7E2-0113-481C-AE46-9AF0E1DFC898}" srcOrd="2" destOrd="0" presId="urn:microsoft.com/office/officeart/2008/layout/LinedList"/>
    <dgm:cxn modelId="{17135797-83C6-4F80-8C63-AEF9C8071E8A}" type="presParOf" srcId="{3A12F720-B9E7-4541-8123-4F3E71EC6314}" destId="{37A66A73-B551-4627-B0E6-9385577FC9E5}" srcOrd="2" destOrd="0" presId="urn:microsoft.com/office/officeart/2008/layout/LinedList"/>
    <dgm:cxn modelId="{B34AC297-962B-4E94-BA69-2C2189689F4C}" type="presParOf" srcId="{3A12F720-B9E7-4541-8123-4F3E71EC6314}" destId="{37E09616-C0F3-4C2D-9FC7-667E8DB28E39}" srcOrd="3" destOrd="0" presId="urn:microsoft.com/office/officeart/2008/layout/LinedList"/>
    <dgm:cxn modelId="{337FA9F3-55F8-49CF-A59A-EB12312F21D1}" type="presParOf" srcId="{3A12F720-B9E7-4541-8123-4F3E71EC6314}" destId="{7DB66BDA-70B7-4746-99DC-265AEDFE902D}" srcOrd="4" destOrd="0" presId="urn:microsoft.com/office/officeart/2008/layout/LinedList"/>
    <dgm:cxn modelId="{6691CCD4-5EDB-466A-8804-B15915D86D93}" type="presParOf" srcId="{7DB66BDA-70B7-4746-99DC-265AEDFE902D}" destId="{6FBD60C4-54F5-4BEB-B433-05865E0604A1}" srcOrd="0" destOrd="0" presId="urn:microsoft.com/office/officeart/2008/layout/LinedList"/>
    <dgm:cxn modelId="{B73F0A51-38E2-46F1-81C6-69A045B8EE35}" type="presParOf" srcId="{7DB66BDA-70B7-4746-99DC-265AEDFE902D}" destId="{E105AF3D-F97D-4030-A0CF-FC6B1E72B46F}" srcOrd="1" destOrd="0" presId="urn:microsoft.com/office/officeart/2008/layout/LinedList"/>
    <dgm:cxn modelId="{64667B20-E328-402A-937A-86C3F5186C67}" type="presParOf" srcId="{7DB66BDA-70B7-4746-99DC-265AEDFE902D}" destId="{DC83EBCD-4F21-4DC8-929B-19EE017A3B64}" srcOrd="2" destOrd="0" presId="urn:microsoft.com/office/officeart/2008/layout/LinedList"/>
    <dgm:cxn modelId="{3601A8A4-DDB4-4E76-BC57-E812F05EAF0C}" type="presParOf" srcId="{3A12F720-B9E7-4541-8123-4F3E71EC6314}" destId="{D0D0E075-2B28-4B42-93CF-9DB56226A165}" srcOrd="5" destOrd="0" presId="urn:microsoft.com/office/officeart/2008/layout/LinedList"/>
    <dgm:cxn modelId="{009FF471-6198-4EDE-B5F2-93E71E5C021B}" type="presParOf" srcId="{3A12F720-B9E7-4541-8123-4F3E71EC6314}" destId="{C23416A2-81B8-43CB-9F28-6A5A106A3528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6547CD-DE12-4122-8162-D5413DBD6F08}">
      <dsp:nvSpPr>
        <dsp:cNvPr id="0" name=""/>
        <dsp:cNvSpPr/>
      </dsp:nvSpPr>
      <dsp:spPr>
        <a:xfrm>
          <a:off x="3072" y="786584"/>
          <a:ext cx="3704004" cy="737411"/>
        </a:xfrm>
        <a:prstGeom prst="homePlate">
          <a:avLst/>
        </a:prstGeom>
        <a:solidFill>
          <a:schemeClr val="accent4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Εισαγωγή </a:t>
          </a:r>
          <a:br>
            <a:rPr lang="el-GR" sz="2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l-GR" sz="2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Σφάλματος</a:t>
          </a:r>
        </a:p>
      </dsp:txBody>
      <dsp:txXfrm>
        <a:off x="3072" y="786584"/>
        <a:ext cx="3519651" cy="737411"/>
      </dsp:txXfrm>
    </dsp:sp>
    <dsp:sp modelId="{96470C5C-13C2-41C6-8B8A-A686D9BF7DBF}">
      <dsp:nvSpPr>
        <dsp:cNvPr id="0" name=""/>
        <dsp:cNvSpPr/>
      </dsp:nvSpPr>
      <dsp:spPr>
        <a:xfrm>
          <a:off x="2566374" y="786584"/>
          <a:ext cx="5863828" cy="737411"/>
        </a:xfrm>
        <a:prstGeom prst="chevron">
          <a:avLst/>
        </a:prstGeom>
        <a:solidFill>
          <a:schemeClr val="accent4">
            <a:shade val="80000"/>
            <a:hueOff val="264123"/>
            <a:satOff val="-15129"/>
            <a:lumOff val="167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Εμβάθυνση στις </a:t>
          </a:r>
          <a:r>
            <a:rPr lang="en-US" sz="2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Voltage </a:t>
          </a:r>
          <a:br>
            <a:rPr lang="el-GR" sz="2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n-US" sz="2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Glitch </a:t>
          </a:r>
          <a:r>
            <a:rPr lang="el-GR" sz="2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επιθέσεις</a:t>
          </a:r>
        </a:p>
      </dsp:txBody>
      <dsp:txXfrm>
        <a:off x="2935080" y="786584"/>
        <a:ext cx="5126417" cy="737411"/>
      </dsp:txXfrm>
    </dsp:sp>
    <dsp:sp modelId="{346A0BAE-417C-4F5D-AA89-FB02CED6AC66}">
      <dsp:nvSpPr>
        <dsp:cNvPr id="0" name=""/>
        <dsp:cNvSpPr/>
      </dsp:nvSpPr>
      <dsp:spPr>
        <a:xfrm>
          <a:off x="7225373" y="796411"/>
          <a:ext cx="4963554" cy="717756"/>
        </a:xfrm>
        <a:prstGeom prst="chevron">
          <a:avLst/>
        </a:prstGeom>
        <a:solidFill>
          <a:schemeClr val="accent4">
            <a:shade val="80000"/>
            <a:hueOff val="528246"/>
            <a:satOff val="-30258"/>
            <a:lumOff val="335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Αντιμετώπιση και αποτροπή επιθέσεων</a:t>
          </a:r>
        </a:p>
      </dsp:txBody>
      <dsp:txXfrm>
        <a:off x="7584251" y="796411"/>
        <a:ext cx="4245798" cy="7177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012FD8-C4A3-4E82-8EE3-C33DF525114F}">
      <dsp:nvSpPr>
        <dsp:cNvPr id="0" name=""/>
        <dsp:cNvSpPr/>
      </dsp:nvSpPr>
      <dsp:spPr>
        <a:xfrm>
          <a:off x="0" y="0"/>
          <a:ext cx="5787339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50178E-BCAE-4014-A8CA-1006BDE85EB7}">
      <dsp:nvSpPr>
        <dsp:cNvPr id="0" name=""/>
        <dsp:cNvSpPr/>
      </dsp:nvSpPr>
      <dsp:spPr>
        <a:xfrm>
          <a:off x="0" y="0"/>
          <a:ext cx="2124830" cy="26758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Επιθέσεις Λογισμικού</a:t>
          </a:r>
        </a:p>
      </dsp:txBody>
      <dsp:txXfrm>
        <a:off x="0" y="0"/>
        <a:ext cx="2124830" cy="2675875"/>
      </dsp:txXfrm>
    </dsp:sp>
    <dsp:sp modelId="{0443130F-21AE-425E-A54E-4A3F425A5FF7}">
      <dsp:nvSpPr>
        <dsp:cNvPr id="0" name=""/>
        <dsp:cNvSpPr/>
      </dsp:nvSpPr>
      <dsp:spPr>
        <a:xfrm>
          <a:off x="2193498" y="133793"/>
          <a:ext cx="3593632" cy="11357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DVFS Interface </a:t>
          </a:r>
          <a:r>
            <a:rPr lang="el-GR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Dynamic Voltage and Frequency Scaling</a:t>
          </a:r>
          <a:r>
            <a:rPr lang="el-GR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  <a:endParaRPr lang="el-GR" sz="2400" b="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93498" y="133793"/>
        <a:ext cx="3593632" cy="1135721"/>
      </dsp:txXfrm>
    </dsp:sp>
    <dsp:sp modelId="{0C34884E-2056-4D00-8184-A9D40762707A}">
      <dsp:nvSpPr>
        <dsp:cNvPr id="0" name=""/>
        <dsp:cNvSpPr/>
      </dsp:nvSpPr>
      <dsp:spPr>
        <a:xfrm>
          <a:off x="2124830" y="1269515"/>
          <a:ext cx="36623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878D76-1014-4122-853E-6D4B48DF885B}">
      <dsp:nvSpPr>
        <dsp:cNvPr id="0" name=""/>
        <dsp:cNvSpPr/>
      </dsp:nvSpPr>
      <dsp:spPr>
        <a:xfrm>
          <a:off x="2193498" y="1403309"/>
          <a:ext cx="3593632" cy="10228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0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Rowhammer</a:t>
          </a:r>
          <a:r>
            <a:rPr lang="el-GR" sz="2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</a:t>
          </a:r>
          <a:r>
            <a:rPr lang="en-US" sz="2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DRAM faults</a:t>
          </a:r>
          <a:r>
            <a:rPr lang="el-GR" sz="2400" b="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</a:t>
          </a:r>
        </a:p>
      </dsp:txBody>
      <dsp:txXfrm>
        <a:off x="2193498" y="1403309"/>
        <a:ext cx="3593632" cy="1022826"/>
      </dsp:txXfrm>
    </dsp:sp>
    <dsp:sp modelId="{90C98C1B-6C68-4717-A49F-0E6888CAD2E5}">
      <dsp:nvSpPr>
        <dsp:cNvPr id="0" name=""/>
        <dsp:cNvSpPr/>
      </dsp:nvSpPr>
      <dsp:spPr>
        <a:xfrm>
          <a:off x="2124830" y="2426135"/>
          <a:ext cx="3662300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2A7DDA-B879-482C-99C1-196F9A37AC5C}">
      <dsp:nvSpPr>
        <dsp:cNvPr id="0" name=""/>
        <dsp:cNvSpPr/>
      </dsp:nvSpPr>
      <dsp:spPr>
        <a:xfrm>
          <a:off x="0" y="0"/>
          <a:ext cx="5787340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05B1F-E12A-4697-BB40-4BC909104481}">
      <dsp:nvSpPr>
        <dsp:cNvPr id="0" name=""/>
        <dsp:cNvSpPr/>
      </dsp:nvSpPr>
      <dsp:spPr>
        <a:xfrm>
          <a:off x="0" y="0"/>
          <a:ext cx="1816350" cy="26758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Επιθέσεις Υλικού</a:t>
          </a:r>
        </a:p>
      </dsp:txBody>
      <dsp:txXfrm>
        <a:off x="0" y="0"/>
        <a:ext cx="1816350" cy="2675876"/>
      </dsp:txXfrm>
    </dsp:sp>
    <dsp:sp modelId="{95BC1259-F1FA-4517-A6F0-5F51161B6E0C}">
      <dsp:nvSpPr>
        <dsp:cNvPr id="0" name=""/>
        <dsp:cNvSpPr/>
      </dsp:nvSpPr>
      <dsp:spPr>
        <a:xfrm>
          <a:off x="1890783" y="31455"/>
          <a:ext cx="3895320" cy="629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Voltage glitching </a:t>
          </a:r>
          <a:endParaRPr lang="el-GR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90783" y="31455"/>
        <a:ext cx="3895320" cy="629118"/>
      </dsp:txXfrm>
    </dsp:sp>
    <dsp:sp modelId="{AD8F18A5-3197-4236-BE59-89F72036925F}">
      <dsp:nvSpPr>
        <dsp:cNvPr id="0" name=""/>
        <dsp:cNvSpPr/>
      </dsp:nvSpPr>
      <dsp:spPr>
        <a:xfrm>
          <a:off x="1816350" y="660574"/>
          <a:ext cx="396975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DAA140-B275-4B7A-BCBF-21FBDAA788FB}">
      <dsp:nvSpPr>
        <dsp:cNvPr id="0" name=""/>
        <dsp:cNvSpPr/>
      </dsp:nvSpPr>
      <dsp:spPr>
        <a:xfrm>
          <a:off x="1890783" y="692030"/>
          <a:ext cx="3895320" cy="629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Clock glitching</a:t>
          </a:r>
          <a:endParaRPr lang="el-GR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90783" y="692030"/>
        <a:ext cx="3895320" cy="629118"/>
      </dsp:txXfrm>
    </dsp:sp>
    <dsp:sp modelId="{7F867EEA-0F72-4A75-BB89-ACA8E14911CC}">
      <dsp:nvSpPr>
        <dsp:cNvPr id="0" name=""/>
        <dsp:cNvSpPr/>
      </dsp:nvSpPr>
      <dsp:spPr>
        <a:xfrm>
          <a:off x="1816350" y="1321148"/>
          <a:ext cx="396975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33FF25-3D21-480D-A94D-0B94FE67D6F2}">
      <dsp:nvSpPr>
        <dsp:cNvPr id="0" name=""/>
        <dsp:cNvSpPr/>
      </dsp:nvSpPr>
      <dsp:spPr>
        <a:xfrm>
          <a:off x="1890783" y="1352604"/>
          <a:ext cx="3895320" cy="629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EM fault injections</a:t>
          </a:r>
          <a:endParaRPr lang="el-GR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90783" y="1352604"/>
        <a:ext cx="3895320" cy="629118"/>
      </dsp:txXfrm>
    </dsp:sp>
    <dsp:sp modelId="{B3974C27-71F1-4A43-8D8B-A13C93AD6930}">
      <dsp:nvSpPr>
        <dsp:cNvPr id="0" name=""/>
        <dsp:cNvSpPr/>
      </dsp:nvSpPr>
      <dsp:spPr>
        <a:xfrm>
          <a:off x="1816350" y="1981722"/>
          <a:ext cx="396975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2BC5D6-84FD-45CE-930C-BC52143076D5}">
      <dsp:nvSpPr>
        <dsp:cNvPr id="0" name=""/>
        <dsp:cNvSpPr/>
      </dsp:nvSpPr>
      <dsp:spPr>
        <a:xfrm>
          <a:off x="1890783" y="2013178"/>
          <a:ext cx="3895320" cy="6291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Laser fault injections</a:t>
          </a:r>
          <a:endParaRPr lang="el-GR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890783" y="2013178"/>
        <a:ext cx="3895320" cy="629118"/>
      </dsp:txXfrm>
    </dsp:sp>
    <dsp:sp modelId="{8E1BDBE8-D6A5-4948-A0EB-66C11BBE5702}">
      <dsp:nvSpPr>
        <dsp:cNvPr id="0" name=""/>
        <dsp:cNvSpPr/>
      </dsp:nvSpPr>
      <dsp:spPr>
        <a:xfrm>
          <a:off x="1816350" y="2642296"/>
          <a:ext cx="396975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B9A408-4886-4578-8175-52C5E46635C6}">
      <dsp:nvSpPr>
        <dsp:cNvPr id="0" name=""/>
        <dsp:cNvSpPr/>
      </dsp:nvSpPr>
      <dsp:spPr>
        <a:xfrm>
          <a:off x="1542" y="5123"/>
          <a:ext cx="2720449" cy="680112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Fault Attack Design</a:t>
          </a:r>
          <a:endParaRPr lang="el-GR" sz="2400" b="1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462" y="25043"/>
        <a:ext cx="2680609" cy="640272"/>
      </dsp:txXfrm>
    </dsp:sp>
    <dsp:sp modelId="{87379782-9A0A-4B00-9DE7-E38945841748}">
      <dsp:nvSpPr>
        <dsp:cNvPr id="0" name=""/>
        <dsp:cNvSpPr/>
      </dsp:nvSpPr>
      <dsp:spPr>
        <a:xfrm rot="5405199">
          <a:off x="1233474" y="702238"/>
          <a:ext cx="255042" cy="3060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l-GR" sz="1200" kern="1200"/>
        </a:p>
      </dsp:txBody>
      <dsp:txXfrm rot="-5400000">
        <a:off x="1269238" y="727742"/>
        <a:ext cx="183630" cy="178529"/>
      </dsp:txXfrm>
    </dsp:sp>
    <dsp:sp modelId="{0693F924-81E1-47B2-868E-074EC315ADC7}">
      <dsp:nvSpPr>
        <dsp:cNvPr id="0" name=""/>
        <dsp:cNvSpPr/>
      </dsp:nvSpPr>
      <dsp:spPr>
        <a:xfrm>
          <a:off x="0" y="1025291"/>
          <a:ext cx="2720449" cy="680112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hueOff val="0"/>
            <a:satOff val="0"/>
            <a:lumOff val="0"/>
            <a:alphaOff val="-8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Fault Injection</a:t>
          </a:r>
          <a:endParaRPr lang="el-GR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9920" y="1045211"/>
        <a:ext cx="2680609" cy="640272"/>
      </dsp:txXfrm>
    </dsp:sp>
    <dsp:sp modelId="{EF105CC4-07F4-4662-AFCD-10A77D48F78D}">
      <dsp:nvSpPr>
        <dsp:cNvPr id="0" name=""/>
        <dsp:cNvSpPr/>
      </dsp:nvSpPr>
      <dsp:spPr>
        <a:xfrm rot="5394801">
          <a:off x="1233474" y="1722406"/>
          <a:ext cx="255042" cy="3060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shade val="90000"/>
            <a:hueOff val="157937"/>
            <a:satOff val="-8207"/>
            <a:lumOff val="10106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l-GR" sz="1200" kern="1200"/>
        </a:p>
      </dsp:txBody>
      <dsp:txXfrm rot="-5400000">
        <a:off x="1269123" y="1747910"/>
        <a:ext cx="183630" cy="178529"/>
      </dsp:txXfrm>
    </dsp:sp>
    <dsp:sp modelId="{F5DCCE1B-CC14-453E-BAD8-AB25F939166F}">
      <dsp:nvSpPr>
        <dsp:cNvPr id="0" name=""/>
        <dsp:cNvSpPr/>
      </dsp:nvSpPr>
      <dsp:spPr>
        <a:xfrm>
          <a:off x="1542" y="2045460"/>
          <a:ext cx="2720449" cy="680112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hueOff val="0"/>
            <a:satOff val="0"/>
            <a:lumOff val="0"/>
            <a:alphaOff val="-16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Fault Manifestation</a:t>
          </a:r>
          <a:endParaRPr lang="el-GR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462" y="2065380"/>
        <a:ext cx="2680609" cy="640272"/>
      </dsp:txXfrm>
    </dsp:sp>
    <dsp:sp modelId="{3621F558-9A38-4119-BC83-B1D973FE7886}">
      <dsp:nvSpPr>
        <dsp:cNvPr id="0" name=""/>
        <dsp:cNvSpPr/>
      </dsp:nvSpPr>
      <dsp:spPr>
        <a:xfrm rot="5400000">
          <a:off x="1234246" y="2742575"/>
          <a:ext cx="255042" cy="3060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shade val="90000"/>
            <a:hueOff val="315874"/>
            <a:satOff val="-16414"/>
            <a:lumOff val="2021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l-GR" sz="1200" kern="1200"/>
        </a:p>
      </dsp:txBody>
      <dsp:txXfrm rot="-5400000">
        <a:off x="1269953" y="2768079"/>
        <a:ext cx="183630" cy="178529"/>
      </dsp:txXfrm>
    </dsp:sp>
    <dsp:sp modelId="{C950ED46-E953-4489-95EA-E94506ADA107}">
      <dsp:nvSpPr>
        <dsp:cNvPr id="0" name=""/>
        <dsp:cNvSpPr/>
      </dsp:nvSpPr>
      <dsp:spPr>
        <a:xfrm>
          <a:off x="1542" y="3065628"/>
          <a:ext cx="2720449" cy="680112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hueOff val="0"/>
            <a:satOff val="0"/>
            <a:lumOff val="0"/>
            <a:alphaOff val="-24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Fault Propagation</a:t>
          </a:r>
          <a:endParaRPr lang="el-GR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462" y="3085548"/>
        <a:ext cx="2680609" cy="640272"/>
      </dsp:txXfrm>
    </dsp:sp>
    <dsp:sp modelId="{0513BB56-255B-4CDF-AFB1-0CDAFDEB39D4}">
      <dsp:nvSpPr>
        <dsp:cNvPr id="0" name=""/>
        <dsp:cNvSpPr/>
      </dsp:nvSpPr>
      <dsp:spPr>
        <a:xfrm rot="5400000">
          <a:off x="1234246" y="3762743"/>
          <a:ext cx="255042" cy="3060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shade val="90000"/>
            <a:hueOff val="473811"/>
            <a:satOff val="-24622"/>
            <a:lumOff val="3031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l-GR" sz="1200" kern="1200"/>
        </a:p>
      </dsp:txBody>
      <dsp:txXfrm rot="-5400000">
        <a:off x="1269953" y="3788247"/>
        <a:ext cx="183630" cy="178529"/>
      </dsp:txXfrm>
    </dsp:sp>
    <dsp:sp modelId="{C91BB07C-229A-47DF-A1BE-3364A2CC9460}">
      <dsp:nvSpPr>
        <dsp:cNvPr id="0" name=""/>
        <dsp:cNvSpPr/>
      </dsp:nvSpPr>
      <dsp:spPr>
        <a:xfrm>
          <a:off x="1542" y="4085797"/>
          <a:ext cx="2720449" cy="680112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hueOff val="0"/>
            <a:satOff val="0"/>
            <a:lumOff val="0"/>
            <a:alphaOff val="-32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Fault Observation</a:t>
          </a:r>
          <a:endParaRPr lang="el-GR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462" y="4105717"/>
        <a:ext cx="2680609" cy="640272"/>
      </dsp:txXfrm>
    </dsp:sp>
    <dsp:sp modelId="{115725C2-7221-4BE3-A3EE-C8A5442FA9A8}">
      <dsp:nvSpPr>
        <dsp:cNvPr id="0" name=""/>
        <dsp:cNvSpPr/>
      </dsp:nvSpPr>
      <dsp:spPr>
        <a:xfrm rot="5400000">
          <a:off x="1234246" y="4782912"/>
          <a:ext cx="255042" cy="3060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shade val="90000"/>
            <a:hueOff val="631749"/>
            <a:satOff val="-32829"/>
            <a:lumOff val="40422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l-GR" sz="1200" kern="1200"/>
        </a:p>
      </dsp:txBody>
      <dsp:txXfrm rot="-5400000">
        <a:off x="1269953" y="4808416"/>
        <a:ext cx="183630" cy="178529"/>
      </dsp:txXfrm>
    </dsp:sp>
    <dsp:sp modelId="{612D62F4-AA8D-415E-8F5B-D419C4A79742}">
      <dsp:nvSpPr>
        <dsp:cNvPr id="0" name=""/>
        <dsp:cNvSpPr/>
      </dsp:nvSpPr>
      <dsp:spPr>
        <a:xfrm>
          <a:off x="1542" y="5105965"/>
          <a:ext cx="2720449" cy="680112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Fault Exploitation</a:t>
          </a:r>
          <a:endParaRPr lang="el-GR" sz="24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462" y="5125885"/>
        <a:ext cx="2680609" cy="6402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4FDD7C-16C1-4CB9-A584-0141BAF45F5A}">
      <dsp:nvSpPr>
        <dsp:cNvPr id="0" name=""/>
        <dsp:cNvSpPr/>
      </dsp:nvSpPr>
      <dsp:spPr>
        <a:xfrm>
          <a:off x="305" y="0"/>
          <a:ext cx="717209" cy="717209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44E592-246F-4641-949B-F169E2316A92}">
      <dsp:nvSpPr>
        <dsp:cNvPr id="0" name=""/>
        <dsp:cNvSpPr/>
      </dsp:nvSpPr>
      <dsp:spPr>
        <a:xfrm>
          <a:off x="72026" y="71720"/>
          <a:ext cx="573767" cy="573767"/>
        </a:xfrm>
        <a:prstGeom prst="chord">
          <a:avLst>
            <a:gd name="adj1" fmla="val 1168272"/>
            <a:gd name="adj2" fmla="val 9631728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722B394-EE24-4AE1-9E18-133E8CC6E0BF}">
      <dsp:nvSpPr>
        <dsp:cNvPr id="0" name=""/>
        <dsp:cNvSpPr/>
      </dsp:nvSpPr>
      <dsp:spPr>
        <a:xfrm>
          <a:off x="20071" y="709316"/>
          <a:ext cx="3815469" cy="3034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endParaRPr lang="el-GR" sz="2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l-GR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Τρανζίστορ μεταξύ τάσης τροφοδοσίας και γείωσης.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endParaRPr lang="el-GR" sz="2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Θόρυβος κατά την εκτέλεση που δυσκολεύει την απομόνωση του παραθύρου ευπάθειας.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l-GR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4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Χαμηλή ακρίβεια της επίθεσης.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4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Χαμηλό κόστος.</a:t>
          </a:r>
        </a:p>
      </dsp:txBody>
      <dsp:txXfrm>
        <a:off x="20071" y="709316"/>
        <a:ext cx="3815469" cy="3034041"/>
      </dsp:txXfrm>
    </dsp:sp>
    <dsp:sp modelId="{27CBFCDF-1898-40E6-9EF3-4C9E2DEF206C}">
      <dsp:nvSpPr>
        <dsp:cNvPr id="0" name=""/>
        <dsp:cNvSpPr/>
      </dsp:nvSpPr>
      <dsp:spPr>
        <a:xfrm>
          <a:off x="678469" y="0"/>
          <a:ext cx="3067469" cy="717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b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MOSFET Crowbar</a:t>
          </a:r>
          <a:endParaRPr lang="el-GR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8469" y="0"/>
        <a:ext cx="3067469" cy="717209"/>
      </dsp:txXfrm>
    </dsp:sp>
    <dsp:sp modelId="{2B494693-4424-4628-81C7-458DE48619D2}">
      <dsp:nvSpPr>
        <dsp:cNvPr id="0" name=""/>
        <dsp:cNvSpPr/>
      </dsp:nvSpPr>
      <dsp:spPr>
        <a:xfrm>
          <a:off x="3984959" y="3946"/>
          <a:ext cx="717209" cy="717209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72346E5-5987-49AA-81A5-C22BBAAEAB5C}">
      <dsp:nvSpPr>
        <dsp:cNvPr id="0" name=""/>
        <dsp:cNvSpPr/>
      </dsp:nvSpPr>
      <dsp:spPr>
        <a:xfrm>
          <a:off x="4056680" y="75667"/>
          <a:ext cx="573767" cy="573767"/>
        </a:xfrm>
        <a:prstGeom prst="chord">
          <a:avLst>
            <a:gd name="adj1" fmla="val 20431728"/>
            <a:gd name="adj2" fmla="val 11968272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9069853-237E-41D7-852E-9565A807770A}">
      <dsp:nvSpPr>
        <dsp:cNvPr id="0" name=""/>
        <dsp:cNvSpPr/>
      </dsp:nvSpPr>
      <dsp:spPr>
        <a:xfrm>
          <a:off x="3985958" y="721155"/>
          <a:ext cx="3853003" cy="3018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l-GR" sz="2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l-GR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Παραλλαγή του </a:t>
          </a: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MOSFET Crowbar, </a:t>
          </a:r>
          <a:r>
            <a:rPr lang="el-GR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με πηνίο και πυκνωτή </a:t>
          </a:r>
          <a:r>
            <a:rPr lang="el-GR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(εξαναγκασμένος ταλαντωτής.)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l-GR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l-GR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Μείωση θορύβου λόγω πυκνωτή και πηνίου.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l-GR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l-GR" sz="24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Ακρίβεια συγχρονισμού.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l-GR" sz="24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Υψηλό κόστος .</a:t>
          </a:r>
        </a:p>
      </dsp:txBody>
      <dsp:txXfrm>
        <a:off x="3985958" y="721155"/>
        <a:ext cx="3853003" cy="3018256"/>
      </dsp:txXfrm>
    </dsp:sp>
    <dsp:sp modelId="{058E6A32-1D15-49A0-BC07-B63A186816A7}">
      <dsp:nvSpPr>
        <dsp:cNvPr id="0" name=""/>
        <dsp:cNvSpPr/>
      </dsp:nvSpPr>
      <dsp:spPr>
        <a:xfrm>
          <a:off x="4851587" y="3946"/>
          <a:ext cx="2121744" cy="717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b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Crowbar-LC</a:t>
          </a:r>
          <a:endParaRPr lang="el-GR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851587" y="3946"/>
        <a:ext cx="2121744" cy="717209"/>
      </dsp:txXfrm>
    </dsp:sp>
    <dsp:sp modelId="{B5BE861E-8633-451F-8BD4-9982BB25F57D}">
      <dsp:nvSpPr>
        <dsp:cNvPr id="0" name=""/>
        <dsp:cNvSpPr/>
      </dsp:nvSpPr>
      <dsp:spPr>
        <a:xfrm>
          <a:off x="8095547" y="3946"/>
          <a:ext cx="717209" cy="717209"/>
        </a:xfrm>
        <a:prstGeom prst="ellipse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894FFE-4328-4D75-9E33-E26A918A55C9}">
      <dsp:nvSpPr>
        <dsp:cNvPr id="0" name=""/>
        <dsp:cNvSpPr/>
      </dsp:nvSpPr>
      <dsp:spPr>
        <a:xfrm>
          <a:off x="8167268" y="75667"/>
          <a:ext cx="573767" cy="573767"/>
        </a:xfrm>
        <a:prstGeom prst="chord">
          <a:avLst>
            <a:gd name="adj1" fmla="val 16200000"/>
            <a:gd name="adj2" fmla="val 1620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0582B8E-3EF6-4D0D-98D9-2F0D174EC2AD}">
      <dsp:nvSpPr>
        <dsp:cNvPr id="0" name=""/>
        <dsp:cNvSpPr/>
      </dsp:nvSpPr>
      <dsp:spPr>
        <a:xfrm>
          <a:off x="7988379" y="721155"/>
          <a:ext cx="4069336" cy="30182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l-GR" sz="2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l-GR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Πλατφόρμα ανοικτού κώδικα για </a:t>
          </a: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side</a:t>
          </a:r>
          <a:r>
            <a:rPr lang="el-GR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-</a:t>
          </a: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channel attacks </a:t>
          </a:r>
          <a:r>
            <a:rPr lang="el-GR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και </a:t>
          </a: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fault injection attacks</a:t>
          </a:r>
          <a:r>
            <a:rPr lang="el-GR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endParaRPr lang="el-GR" sz="2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Ο εξοπλισμός με το πιο ολοκληρωμένο πλαίσιο.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</a:t>
          </a:r>
        </a:p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Η αυτοματοποίηση μειώνει τον χρόνος για ανίχνευση παραθύρων ευπάθειας.</a:t>
          </a:r>
        </a:p>
      </dsp:txBody>
      <dsp:txXfrm>
        <a:off x="7988379" y="721155"/>
        <a:ext cx="4069336" cy="3018256"/>
      </dsp:txXfrm>
    </dsp:sp>
    <dsp:sp modelId="{3C85B507-62EC-4992-B3B1-200A76DC2D5B}">
      <dsp:nvSpPr>
        <dsp:cNvPr id="0" name=""/>
        <dsp:cNvSpPr/>
      </dsp:nvSpPr>
      <dsp:spPr>
        <a:xfrm>
          <a:off x="8811362" y="1"/>
          <a:ext cx="2561369" cy="717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71120" rIns="71120" bIns="71120" numCol="1" spcCol="1270" anchor="b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ChipWhisperer</a:t>
          </a:r>
          <a:endParaRPr lang="el-GR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8811362" y="1"/>
        <a:ext cx="2561369" cy="71720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E61A85-4C47-45D4-94F7-644BD58D37FD}">
      <dsp:nvSpPr>
        <dsp:cNvPr id="0" name=""/>
        <dsp:cNvSpPr/>
      </dsp:nvSpPr>
      <dsp:spPr>
        <a:xfrm>
          <a:off x="0" y="1052"/>
          <a:ext cx="119953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5681F9-E300-40D5-8AC1-4012DE72FEC5}">
      <dsp:nvSpPr>
        <dsp:cNvPr id="0" name=""/>
        <dsp:cNvSpPr/>
      </dsp:nvSpPr>
      <dsp:spPr>
        <a:xfrm>
          <a:off x="0" y="1052"/>
          <a:ext cx="9023289" cy="11104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800" b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Μικροαρχιτεκτονικές</a:t>
          </a:r>
          <a:r>
            <a:rPr lang="el-GR" sz="2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Επιπτώσεις.</a:t>
          </a:r>
          <a:endParaRPr lang="en-US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052"/>
        <a:ext cx="9023289" cy="1110477"/>
      </dsp:txXfrm>
    </dsp:sp>
    <dsp:sp modelId="{DA0F0638-C927-4B7F-AAC3-49A909B7E173}">
      <dsp:nvSpPr>
        <dsp:cNvPr id="0" name=""/>
        <dsp:cNvSpPr/>
      </dsp:nvSpPr>
      <dsp:spPr>
        <a:xfrm>
          <a:off x="0" y="1111529"/>
          <a:ext cx="1199535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9955B-B3F8-4089-8849-6DC71A1FA77D}">
      <dsp:nvSpPr>
        <dsp:cNvPr id="0" name=""/>
        <dsp:cNvSpPr/>
      </dsp:nvSpPr>
      <dsp:spPr>
        <a:xfrm>
          <a:off x="0" y="1111529"/>
          <a:ext cx="1987918" cy="44721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Στο </a:t>
          </a: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pipeline</a:t>
          </a:r>
          <a:r>
            <a:rPr lang="el-GR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 του επεξεργαστή παρουσιάζονται διάφοροι τύποι σφαλμάτων: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0" y="1111529"/>
        <a:ext cx="1987918" cy="4472140"/>
      </dsp:txXfrm>
    </dsp:sp>
    <dsp:sp modelId="{AE996927-73C2-4D20-8AC9-AA3DCC65CF6E}">
      <dsp:nvSpPr>
        <dsp:cNvPr id="0" name=""/>
        <dsp:cNvSpPr/>
      </dsp:nvSpPr>
      <dsp:spPr>
        <a:xfrm>
          <a:off x="2167848" y="1172890"/>
          <a:ext cx="9416353" cy="846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Fetch</a:t>
          </a:r>
          <a:r>
            <a:rPr lang="el-GR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l-GR" sz="24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Αλλοίωση διεύθυνσης εντολής ή αλλοίωση των </a:t>
          </a:r>
          <a:r>
            <a:rPr lang="en-US" sz="24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bits </a:t>
          </a:r>
          <a:r>
            <a:rPr lang="el-GR" sz="24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του κώδικα</a:t>
          </a:r>
          <a:r>
            <a:rPr lang="el-GR" sz="2400" i="1" kern="1200" dirty="0"/>
            <a:t>.</a:t>
          </a:r>
          <a:endParaRPr lang="en-US" sz="2400" kern="1200" dirty="0"/>
        </a:p>
      </dsp:txBody>
      <dsp:txXfrm>
        <a:off x="2167848" y="1172890"/>
        <a:ext cx="9416353" cy="846915"/>
      </dsp:txXfrm>
    </dsp:sp>
    <dsp:sp modelId="{F42E62C7-A451-47CB-97C4-2F595761F643}">
      <dsp:nvSpPr>
        <dsp:cNvPr id="0" name=""/>
        <dsp:cNvSpPr/>
      </dsp:nvSpPr>
      <dsp:spPr>
        <a:xfrm>
          <a:off x="1987918" y="2019805"/>
          <a:ext cx="95962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5991A4-07D1-4526-BAA7-1A3C0C7E7B9F}">
      <dsp:nvSpPr>
        <dsp:cNvPr id="0" name=""/>
        <dsp:cNvSpPr/>
      </dsp:nvSpPr>
      <dsp:spPr>
        <a:xfrm>
          <a:off x="2167848" y="2081166"/>
          <a:ext cx="9416353" cy="9911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Decode</a:t>
          </a:r>
          <a:r>
            <a:rPr lang="el-GR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– </a:t>
          </a:r>
          <a:r>
            <a:rPr lang="el-GR" sz="24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Μετάφραση της εντολής μπορεί να τροποποιηθεί και να την μετατρέψει σε άλλη.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67848" y="2081166"/>
        <a:ext cx="9416353" cy="991113"/>
      </dsp:txXfrm>
    </dsp:sp>
    <dsp:sp modelId="{DD8924FC-4639-40C9-8C01-898754A15913}">
      <dsp:nvSpPr>
        <dsp:cNvPr id="0" name=""/>
        <dsp:cNvSpPr/>
      </dsp:nvSpPr>
      <dsp:spPr>
        <a:xfrm>
          <a:off x="1987918" y="3072280"/>
          <a:ext cx="95962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AB7717-555A-4665-BF9F-ACDB3321E3C6}">
      <dsp:nvSpPr>
        <dsp:cNvPr id="0" name=""/>
        <dsp:cNvSpPr/>
      </dsp:nvSpPr>
      <dsp:spPr>
        <a:xfrm>
          <a:off x="2167848" y="3133641"/>
          <a:ext cx="9416353" cy="9248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ALU</a:t>
          </a:r>
          <a:r>
            <a:rPr lang="el-GR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- </a:t>
          </a:r>
          <a:r>
            <a:rPr lang="el-GR" sz="24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Καθυστέρηση ή διακοπή της ορθής διάδοσης των σημάτων εντός της </a:t>
          </a:r>
          <a:r>
            <a:rPr lang="en-US" sz="24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ALU</a:t>
          </a:r>
          <a:r>
            <a:rPr lang="el-GR" sz="24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67848" y="3133641"/>
        <a:ext cx="9416353" cy="924819"/>
      </dsp:txXfrm>
    </dsp:sp>
    <dsp:sp modelId="{65EBE23B-4A86-4AD1-8F79-1D784405E41E}">
      <dsp:nvSpPr>
        <dsp:cNvPr id="0" name=""/>
        <dsp:cNvSpPr/>
      </dsp:nvSpPr>
      <dsp:spPr>
        <a:xfrm>
          <a:off x="1987918" y="4058460"/>
          <a:ext cx="95962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5FC30D-2DE8-46FF-BF60-95AB20D44E37}">
      <dsp:nvSpPr>
        <dsp:cNvPr id="0" name=""/>
        <dsp:cNvSpPr/>
      </dsp:nvSpPr>
      <dsp:spPr>
        <a:xfrm>
          <a:off x="2167848" y="4119821"/>
          <a:ext cx="9416353" cy="140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Memory</a:t>
          </a:r>
          <a:r>
            <a:rPr lang="el-GR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(</a:t>
          </a: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Ram </a:t>
          </a:r>
          <a:r>
            <a:rPr lang="el-GR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και </a:t>
          </a:r>
          <a:r>
            <a:rPr lang="en-US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cache</a:t>
          </a:r>
          <a:r>
            <a:rPr lang="el-GR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) - </a:t>
          </a:r>
          <a:r>
            <a:rPr lang="el-GR" sz="24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Λανθασμένη εγγραφή, ανάγνωση από λάθος διεύθυνση και αδυναμία συγχρονισμού RAM–</a:t>
          </a:r>
          <a:r>
            <a:rPr lang="el-GR" sz="2400" i="1" kern="1200" dirty="0" err="1">
              <a:latin typeface="Times New Roman" panose="02020603050405020304" pitchFamily="18" charset="0"/>
              <a:cs typeface="Times New Roman" panose="02020603050405020304" pitchFamily="18" charset="0"/>
            </a:rPr>
            <a:t>cache</a:t>
          </a:r>
          <a:r>
            <a:rPr lang="el-GR" sz="24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endParaRPr lang="en-US" sz="2400" i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67848" y="4119821"/>
        <a:ext cx="9416353" cy="1400648"/>
      </dsp:txXfrm>
    </dsp:sp>
    <dsp:sp modelId="{F8E2FC71-60F3-483D-AA96-A0DC999F68D1}">
      <dsp:nvSpPr>
        <dsp:cNvPr id="0" name=""/>
        <dsp:cNvSpPr/>
      </dsp:nvSpPr>
      <dsp:spPr>
        <a:xfrm>
          <a:off x="1987918" y="5520470"/>
          <a:ext cx="959628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940BA7-C60F-40BC-9315-1D7DA1D885C7}">
      <dsp:nvSpPr>
        <dsp:cNvPr id="0" name=""/>
        <dsp:cNvSpPr/>
      </dsp:nvSpPr>
      <dsp:spPr>
        <a:xfrm>
          <a:off x="0" y="1049"/>
          <a:ext cx="10028903" cy="0"/>
        </a:xfrm>
        <a:prstGeom prst="lin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5BE619-C239-47D5-A5C1-55BDB866FA96}">
      <dsp:nvSpPr>
        <dsp:cNvPr id="0" name=""/>
        <dsp:cNvSpPr/>
      </dsp:nvSpPr>
      <dsp:spPr>
        <a:xfrm>
          <a:off x="0" y="1049"/>
          <a:ext cx="2203021" cy="21467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Τεχνικές Αντιμέτρων Λογισμικού</a:t>
          </a:r>
        </a:p>
      </dsp:txBody>
      <dsp:txXfrm>
        <a:off x="0" y="1049"/>
        <a:ext cx="2203021" cy="2146768"/>
      </dsp:txXfrm>
    </dsp:sp>
    <dsp:sp modelId="{123E42AC-D9D5-43D2-9EC8-C172108A173D}">
      <dsp:nvSpPr>
        <dsp:cNvPr id="0" name=""/>
        <dsp:cNvSpPr/>
      </dsp:nvSpPr>
      <dsp:spPr>
        <a:xfrm>
          <a:off x="2349635" y="108387"/>
          <a:ext cx="7672796" cy="7909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Resource Redundancy</a:t>
          </a:r>
          <a:r>
            <a:rPr lang="el-GR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br>
            <a:rPr lang="el-GR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l-GR" sz="24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Διπλός ή τριπλός πλεονασμός, ή χρήση πλεονάζουσας μνήμης.</a:t>
          </a:r>
        </a:p>
      </dsp:txBody>
      <dsp:txXfrm>
        <a:off x="2349635" y="108387"/>
        <a:ext cx="7672796" cy="790955"/>
      </dsp:txXfrm>
    </dsp:sp>
    <dsp:sp modelId="{37A66A73-B551-4627-B0E6-9385577FC9E5}">
      <dsp:nvSpPr>
        <dsp:cNvPr id="0" name=""/>
        <dsp:cNvSpPr/>
      </dsp:nvSpPr>
      <dsp:spPr>
        <a:xfrm>
          <a:off x="2203021" y="899343"/>
          <a:ext cx="781941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05AF3D-F97D-4030-A0CF-FC6B1E72B46F}">
      <dsp:nvSpPr>
        <dsp:cNvPr id="0" name=""/>
        <dsp:cNvSpPr/>
      </dsp:nvSpPr>
      <dsp:spPr>
        <a:xfrm>
          <a:off x="2349635" y="1006681"/>
          <a:ext cx="7672796" cy="7718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Timing Redundancy</a:t>
          </a:r>
          <a:r>
            <a:rPr lang="el-GR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.</a:t>
          </a:r>
          <a:br>
            <a:rPr lang="el-GR" sz="2400" kern="1200" dirty="0">
              <a:latin typeface="Times New Roman" panose="02020603050405020304" pitchFamily="18" charset="0"/>
              <a:cs typeface="Times New Roman" panose="02020603050405020304" pitchFamily="18" charset="0"/>
            </a:rPr>
          </a:br>
          <a:r>
            <a:rPr lang="el-GR" sz="2400" b="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Ί</a:t>
          </a:r>
          <a:r>
            <a:rPr lang="el-GR" sz="2400" i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διες εντολές εκτελούν σε διαφορετικές χρονικές στιγμές.</a:t>
          </a:r>
        </a:p>
      </dsp:txBody>
      <dsp:txXfrm>
        <a:off x="2349635" y="1006681"/>
        <a:ext cx="7672796" cy="771870"/>
      </dsp:txXfrm>
    </dsp:sp>
    <dsp:sp modelId="{D0D0E075-2B28-4B42-93CF-9DB56226A165}">
      <dsp:nvSpPr>
        <dsp:cNvPr id="0" name=""/>
        <dsp:cNvSpPr/>
      </dsp:nvSpPr>
      <dsp:spPr>
        <a:xfrm>
          <a:off x="2203021" y="1778552"/>
          <a:ext cx="7819410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IncreasingCircleProcess">
  <dgm:title val=""/>
  <dgm:desc val=""/>
  <dgm:catLst>
    <dgm:cat type="list" pri="8300"/>
    <dgm:cat type="process" pri="43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  <dgm:param type="horzAlign" val="ctr"/>
          <dgm:param type="vertAlign" val="t"/>
        </dgm:alg>
      </dgm:if>
      <dgm:else name="Name3">
        <dgm:alg type="lin">
          <dgm:param type="linDir" val="fromR"/>
          <dgm:param type="horzAlign" val="ctr"/>
          <dgm:param type="vertAlign" val="t"/>
        </dgm:alg>
      </dgm:else>
    </dgm:choose>
    <dgm:shape xmlns:r="http://schemas.openxmlformats.org/officeDocument/2006/relationships" r:blip="">
      <dgm:adjLst/>
    </dgm:shape>
    <dgm:constrLst>
      <dgm:constr type="primFontSz" for="des" forName="Child" val="65"/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sp" refType="w" refFor="ch" refForName="composite" op="equ" fact="0.05"/>
      <dgm:constr type="w" for="ch" forName="sibTrans" refType="h" refFor="ch" refForName="composite" op="equ" fact="0.04"/>
    </dgm:constrLst>
    <dgm:forEach name="nodesForEach" axis="ch" ptType="node" cnt="7">
      <dgm:layoutNode name="composite">
        <dgm:alg type="composite">
          <dgm:param type="ar" val="0.8"/>
        </dgm:alg>
        <dgm:choose name="Name4">
          <dgm:if name="Name5" func="var" arg="dir" op="equ" val="norm">
            <dgm:constrLst>
              <dgm:constr type="l" for="ch" forName="Child" refType="w" fact="0.29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l" for="ch" forName="Parent" refType="w" fact="0.29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l" for="ch" forName="BackAccent" refType="w" fact="0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l" for="ch" forName="Accent" refType="w" fact="0.024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if>
          <dgm:else name="Name6">
            <dgm:constrLst>
              <dgm:constr type="r" for="ch" forName="Child" refType="w" fact="0.71"/>
              <dgm:constr type="t" for="ch" forName="Child" refType="h" fact="0.192"/>
              <dgm:constr type="w" for="ch" forName="Child" refType="w" fact="0.71"/>
              <dgm:constr type="h" for="ch" forName="Child" refType="h" fact="0.808"/>
              <dgm:constr type="r" for="ch" forName="Parent" refType="w" fact="0.71"/>
              <dgm:constr type="t" for="ch" forName="Parent" refType="h" fact="0"/>
              <dgm:constr type="w" for="ch" forName="Parent" refType="w" fact="0.71"/>
              <dgm:constr type="h" for="ch" forName="Parent" refType="h" fact="0.192"/>
              <dgm:constr type="r" for="ch" forName="BackAccent" refType="w"/>
              <dgm:constr type="t" for="ch" forName="BackAccent" refType="h" fact="0"/>
              <dgm:constr type="w" for="ch" forName="BackAccent" refType="w" fact="0.24"/>
              <dgm:constr type="h" for="ch" forName="BackAccent" refType="h" fact="0.192"/>
              <dgm:constr type="r" for="ch" forName="Accent" refType="w" fact="0.976"/>
              <dgm:constr type="t" for="ch" forName="Accent" refType="h" fact="0.0192"/>
              <dgm:constr type="w" for="ch" forName="Accent" refType="w" fact="0.192"/>
              <dgm:constr type="h" for="ch" forName="Accent" refType="h" fact="0.1536"/>
            </dgm:constrLst>
          </dgm:else>
        </dgm:choose>
        <dgm:layoutNode name="BackAccent" styleLbl="bgShp">
          <dgm:alg type="sp"/>
          <dgm:shape xmlns:r="http://schemas.openxmlformats.org/officeDocument/2006/relationships" type="ellipse" r:blip="">
            <dgm:adjLst/>
          </dgm:shape>
          <dgm:presOf/>
        </dgm:layoutNode>
        <dgm:layoutNode name="Accent" styleLbl="alignNode1">
          <dgm:alg type="sp"/>
          <dgm:choose name="Name7">
            <dgm:if name="Name8" axis="precedSib" ptType="node" func="cnt" op="equ" val="0">
              <dgm:choose name="Name9">
                <dgm:if name="Name1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11" axis="followSib" ptType="node" func="cnt" op="equ" val="1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12" axis="followSib" ptType="node" func="cnt" op="equ" val="2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if name="Name13" axis="followSib" ptType="node" func="cnt" op="equ" val="3">
                  <dgm:shape xmlns:r="http://schemas.openxmlformats.org/officeDocument/2006/relationships" type="chord" r:blip="">
                    <dgm:adjLst>
                      <dgm:adj idx="1" val="30"/>
                      <dgm:adj idx="2" val="150"/>
                    </dgm:adjLst>
                  </dgm:shape>
                </dgm:if>
                <dgm:if name="Name14" axis="followSib" ptType="node" func="cnt" op="equ" val="4">
                  <dgm:shape xmlns:r="http://schemas.openxmlformats.org/officeDocument/2006/relationships" type="chord" r:blip="">
                    <dgm:adjLst>
                      <dgm:adj idx="1" val="38.8699"/>
                      <dgm:adj idx="2" val="143.1301"/>
                    </dgm:adjLst>
                  </dgm:shape>
                </dgm:if>
                <dgm:if name="Name15" axis="followSib" ptType="node" func="cnt" op="equ" val="5">
                  <dgm:shape xmlns:r="http://schemas.openxmlformats.org/officeDocument/2006/relationships" type="chord" r:blip="">
                    <dgm:adjLst>
                      <dgm:adj idx="1" val="41.8103"/>
                      <dgm:adj idx="2" val="138.1897"/>
                    </dgm:adjLst>
                  </dgm:shape>
                </dgm:if>
                <dgm:else name="Name16">
                  <dgm:shape xmlns:r="http://schemas.openxmlformats.org/officeDocument/2006/relationships" type="chord" r:blip="">
                    <dgm:adjLst>
                      <dgm:adj idx="1" val="45.5847"/>
                      <dgm:adj idx="2" val="134.4153"/>
                    </dgm:adjLst>
                  </dgm:shape>
                </dgm:else>
              </dgm:choose>
            </dgm:if>
            <dgm:if name="Name17" axis="precedSib" ptType="node" func="cnt" op="equ" val="1">
              <dgm:choose name="Name18">
                <dgm:if name="Name19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0" axis="followSib" ptType="node" func="cnt" op="equ" val="1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if name="Name21" axis="followSib" ptType="node" func="cnt" op="equ" val="2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if name="Name22" axis="followSib" ptType="node" func="cnt" op="equ" val="3">
                  <dgm:shape xmlns:r="http://schemas.openxmlformats.org/officeDocument/2006/relationships" type="chord" r:blip="">
                    <dgm:adjLst>
                      <dgm:adj idx="1" val="11.537"/>
                      <dgm:adj idx="2" val="168.463"/>
                    </dgm:adjLst>
                  </dgm:shape>
                </dgm:if>
                <dgm:if name="Name23" axis="followSib" ptType="node" func="cnt" op="equ" val="4">
                  <dgm:shape xmlns:r="http://schemas.openxmlformats.org/officeDocument/2006/relationships" type="chord" r:blip="">
                    <dgm:adjLst>
                      <dgm:adj idx="1" val="19.4712"/>
                      <dgm:adj idx="2" val="160.5288"/>
                    </dgm:adjLst>
                  </dgm:shape>
                </dgm:if>
                <dgm:else name="Name24">
                  <dgm:shape xmlns:r="http://schemas.openxmlformats.org/officeDocument/2006/relationships" type="chord" r:blip="">
                    <dgm:adjLst>
                      <dgm:adj idx="1" val="25.3769"/>
                      <dgm:adj idx="2" val="154.6231"/>
                    </dgm:adjLst>
                  </dgm:shape>
                </dgm:else>
              </dgm:choose>
            </dgm:if>
            <dgm:if name="Name25" axis="precedSib" ptType="node" func="cnt" op="equ" val="2">
              <dgm:choose name="Name26">
                <dgm:if name="Name27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28" axis="followSib" ptType="node" func="cnt" op="equ" val="1">
                  <dgm:shape xmlns:r="http://schemas.openxmlformats.org/officeDocument/2006/relationships" type="chord" r:blip="">
                    <dgm:adjLst>
                      <dgm:adj idx="1" val="-30"/>
                      <dgm:adj idx="2" val="-150"/>
                    </dgm:adjLst>
                  </dgm:shape>
                </dgm:if>
                <dgm:if name="Name29" axis="followSib" ptType="node" func="cnt" op="equ" val="2">
                  <dgm:shape xmlns:r="http://schemas.openxmlformats.org/officeDocument/2006/relationships" type="chord" r:blip="">
                    <dgm:adjLst>
                      <dgm:adj idx="1" val="-11.537"/>
                      <dgm:adj idx="2" val="-168.463"/>
                    </dgm:adjLst>
                  </dgm:shape>
                </dgm:if>
                <dgm:if name="Name30" axis="followSib" ptType="node" func="cnt" op="equ" val="3">
                  <dgm:shape xmlns:r="http://schemas.openxmlformats.org/officeDocument/2006/relationships" type="chord" r:blip="">
                    <dgm:adjLst>
                      <dgm:adj idx="1" val="0"/>
                      <dgm:adj idx="2" val="180"/>
                    </dgm:adjLst>
                  </dgm:shape>
                </dgm:if>
                <dgm:else name="Name31">
                  <dgm:shape xmlns:r="http://schemas.openxmlformats.org/officeDocument/2006/relationships" type="chord" r:blip="">
                    <dgm:adjLst>
                      <dgm:adj idx="1" val="8.2133"/>
                      <dgm:adj idx="2" val="171.7867"/>
                    </dgm:adjLst>
                  </dgm:shape>
                </dgm:else>
              </dgm:choose>
            </dgm:if>
            <dgm:if name="Name32" axis="precedSib" ptType="node" func="cnt" op="equ" val="3">
              <dgm:choose name="Name33">
                <dgm:if name="Name34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35" axis="followSib" ptType="node" func="cnt" op="equ" val="1">
                  <dgm:shape xmlns:r="http://schemas.openxmlformats.org/officeDocument/2006/relationships" type="chord" r:blip="">
                    <dgm:adjLst>
                      <dgm:adj idx="1" val="-38.8699"/>
                      <dgm:adj idx="2" val="-143.1301"/>
                    </dgm:adjLst>
                  </dgm:shape>
                </dgm:if>
                <dgm:if name="Name36" axis="followSib" ptType="node" func="cnt" op="equ" val="2">
                  <dgm:shape xmlns:r="http://schemas.openxmlformats.org/officeDocument/2006/relationships" type="chord" r:blip="">
                    <dgm:adjLst>
                      <dgm:adj idx="1" val="-19.4712"/>
                      <dgm:adj idx="2" val="-160.5288"/>
                    </dgm:adjLst>
                  </dgm:shape>
                </dgm:if>
                <dgm:else name="Name37">
                  <dgm:shape xmlns:r="http://schemas.openxmlformats.org/officeDocument/2006/relationships" type="chord" r:blip="">
                    <dgm:adjLst>
                      <dgm:adj idx="1" val="-8.2133"/>
                      <dgm:adj idx="2" val="-171.7867"/>
                    </dgm:adjLst>
                  </dgm:shape>
                </dgm:else>
              </dgm:choose>
            </dgm:if>
            <dgm:if name="Name38" axis="precedSib" ptType="node" func="cnt" op="equ" val="4">
              <dgm:choose name="Name39">
                <dgm:if name="Name40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if name="Name41" axis="followSib" ptType="node" func="cnt" op="equ" val="1">
                  <dgm:shape xmlns:r="http://schemas.openxmlformats.org/officeDocument/2006/relationships" type="chord" r:blip="">
                    <dgm:adjLst>
                      <dgm:adj idx="1" val="-41.8103"/>
                      <dgm:adj idx="2" val="-138.1897"/>
                    </dgm:adjLst>
                  </dgm:shape>
                </dgm:if>
                <dgm:else name="Name42">
                  <dgm:shape xmlns:r="http://schemas.openxmlformats.org/officeDocument/2006/relationships" type="chord" r:blip="">
                    <dgm:adjLst>
                      <dgm:adj idx="1" val="-25.3769"/>
                      <dgm:adj idx="2" val="-154.6231"/>
                    </dgm:adjLst>
                  </dgm:shape>
                </dgm:else>
              </dgm:choose>
            </dgm:if>
            <dgm:if name="Name43" axis="precedSib" ptType="node" func="cnt" op="equ" val="5">
              <dgm:choose name="Name44">
                <dgm:if name="Name45" axis="followSib" ptType="node" func="cnt" op="equ" val="0">
                  <dgm:shape xmlns:r="http://schemas.openxmlformats.org/officeDocument/2006/relationships" type="chord" r:blip="">
                    <dgm:adjLst>
                      <dgm:adj idx="1" val="-90"/>
                      <dgm:adj idx="2" val="-90"/>
                    </dgm:adjLst>
                  </dgm:shape>
                </dgm:if>
                <dgm:else name="Name46">
                  <dgm:shape xmlns:r="http://schemas.openxmlformats.org/officeDocument/2006/relationships" type="chord" r:blip="">
                    <dgm:adjLst>
                      <dgm:adj idx="1" val="-45.5847"/>
                      <dgm:adj idx="2" val="-134.4153"/>
                    </dgm:adjLst>
                  </dgm:shape>
                </dgm:else>
              </dgm:choose>
            </dgm:if>
            <dgm:else name="Name47">
              <dgm:shape xmlns:r="http://schemas.openxmlformats.org/officeDocument/2006/relationships" type="chord" r:blip="">
                <dgm:adjLst>
                  <dgm:adj idx="1" val="-90"/>
                  <dgm:adj idx="2" val="-90"/>
                </dgm:adjLst>
              </dgm:shape>
            </dgm:else>
          </dgm:choose>
          <dgm:presOf/>
        </dgm:layoutNode>
        <dgm:layoutNode name="Child" styleLbl="revTx">
          <dgm:varLst>
            <dgm:chMax val="0"/>
            <dgm:chPref val="0"/>
            <dgm:bulletEnabled val="1"/>
          </dgm:varLst>
          <dgm:choose name="Name48">
            <dgm:if name="Name49" func="var" arg="dir" op="equ" val="norm">
              <dgm:alg type="tx">
                <dgm:param type="parTxLTRAlign" val="l"/>
                <dgm:param type="parTxRTLAlign" val="l"/>
                <dgm:param type="txAnchorVert" val="t"/>
              </dgm:alg>
            </dgm:if>
            <dgm:else name="Name50">
              <dgm:alg type="tx">
                <dgm:param type="parTxLTRAlign" val="r"/>
                <dgm:param type="parTxRTLAlign" val="r"/>
                <dgm:param type="txAnchorVert" val="t"/>
              </dgm:alg>
            </dgm:else>
          </dgm:choose>
          <dgm:choose name="Name51">
            <dgm:if name="Name52" axis="ch" ptType="node" func="cnt" op="gte" val="1">
              <dgm:shape xmlns:r="http://schemas.openxmlformats.org/officeDocument/2006/relationships" type="rect" r:blip="">
                <dgm:adjLst/>
              </dgm:shape>
            </dgm:if>
            <dgm:else name="Name53">
              <dgm:shape xmlns:r="http://schemas.openxmlformats.org/officeDocument/2006/relationships" type="rect" r:blip="" hideGeom="1">
                <dgm:adjLst/>
              </dgm:shape>
            </dgm:else>
          </dgm:choose>
          <dgm:choose name="Name54">
            <dgm:if name="Name55" axis="ch" ptType="node" func="cnt" op="gte" val="1">
              <dgm:presOf axis="des" ptType="node"/>
            </dgm:if>
            <dgm:else name="Name56">
              <dgm:presOf/>
            </dgm:else>
          </dgm:choose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Parent" styleLbl="revTx">
          <dgm:varLst>
            <dgm:chMax val="1"/>
            <dgm:chPref val="1"/>
            <dgm:bulletEnabled val="1"/>
          </dgm:varLst>
          <dgm:choose name="Name57">
            <dgm:if name="Name58" func="var" arg="dir" op="equ" val="norm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txAnchorVertCh" val="b"/>
              </dgm:alg>
            </dgm:if>
            <dgm:else name="Name59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txAnchorVertCh" val="b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011BE6-63F3-4B15-80F8-9D859BF58A76}" type="datetimeFigureOut">
              <a:rPr lang="el-GR" smtClean="0"/>
              <a:t>3/10/2025</a:t>
            </a:fld>
            <a:endParaRPr lang="el-GR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l-GR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l-GR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393CBB-F752-4C71-9E80-C4D94C5D71FC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569446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93CBB-F752-4C71-9E80-C4D94C5D71FC}" type="slidenum">
              <a:rPr lang="el-GR" smtClean="0"/>
              <a:t>1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6397762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αριθμού διαφάνειας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393CBB-F752-4C71-9E80-C4D94C5D71FC}" type="slidenum">
              <a:rPr lang="el-GR" smtClean="0"/>
              <a:t>7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909242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340-FD31-4D56-AF0A-A661F9803749}" type="datetimeFigureOut">
              <a:rPr lang="el-GR" smtClean="0"/>
              <a:t>3/10/2025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5DE3-E14D-4C3A-836B-78DDFFFA059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7677066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340-FD31-4D56-AF0A-A661F9803749}" type="datetimeFigureOut">
              <a:rPr lang="el-GR" smtClean="0"/>
              <a:t>3/10/2025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5DE3-E14D-4C3A-836B-78DDFFFA059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993666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340-FD31-4D56-AF0A-A661F9803749}" type="datetimeFigureOut">
              <a:rPr lang="el-GR" smtClean="0"/>
              <a:t>3/10/2025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5DE3-E14D-4C3A-836B-78DDFFFA059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294171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340-FD31-4D56-AF0A-A661F9803749}" type="datetimeFigureOut">
              <a:rPr lang="el-GR" smtClean="0"/>
              <a:t>3/10/2025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5DE3-E14D-4C3A-836B-78DDFFFA059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599776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340-FD31-4D56-AF0A-A661F9803749}" type="datetimeFigureOut">
              <a:rPr lang="el-GR" smtClean="0"/>
              <a:t>3/10/2025</a:t>
            </a:fld>
            <a:endParaRPr lang="el-G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5DE3-E14D-4C3A-836B-78DDFFFA059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447794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340-FD31-4D56-AF0A-A661F9803749}" type="datetimeFigureOut">
              <a:rPr lang="el-GR" smtClean="0"/>
              <a:t>3/10/2025</a:t>
            </a:fld>
            <a:endParaRPr lang="el-G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5DE3-E14D-4C3A-836B-78DDFFFA059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740746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340-FD31-4D56-AF0A-A661F9803749}" type="datetimeFigureOut">
              <a:rPr lang="el-GR" smtClean="0"/>
              <a:t>3/10/2025</a:t>
            </a:fld>
            <a:endParaRPr lang="el-G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5DE3-E14D-4C3A-836B-78DDFFFA059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06220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340-FD31-4D56-AF0A-A661F9803749}" type="datetimeFigureOut">
              <a:rPr lang="el-GR" smtClean="0"/>
              <a:t>3/10/2025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5DE3-E14D-4C3A-836B-78DDFFFA059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2372903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340-FD31-4D56-AF0A-A661F9803749}" type="datetimeFigureOut">
              <a:rPr lang="el-GR" smtClean="0"/>
              <a:t>3/10/2025</a:t>
            </a:fld>
            <a:endParaRPr lang="el-G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5DE3-E14D-4C3A-836B-78DDFFFA059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4069900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340-FD31-4D56-AF0A-A661F9803749}" type="datetimeFigureOut">
              <a:rPr lang="el-GR" smtClean="0"/>
              <a:t>3/10/2025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5DE3-E14D-4C3A-836B-78DDFFFA059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0357476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0BB340-FD31-4D56-AF0A-A661F9803749}" type="datetimeFigureOut">
              <a:rPr lang="el-GR" smtClean="0"/>
              <a:t>3/10/2025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05DE3-E14D-4C3A-836B-78DDFFFA059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1608363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0BB340-FD31-4D56-AF0A-A661F9803749}" type="datetimeFigureOut">
              <a:rPr lang="el-GR" smtClean="0"/>
              <a:t>3/10/2025</a:t>
            </a:fld>
            <a:endParaRPr lang="el-G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l-G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605DE3-E14D-4C3A-836B-78DDFFFA059E}" type="slidenum">
              <a:rPr lang="el-GR" smtClean="0"/>
              <a:t>‹#›</a:t>
            </a:fld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965369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3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Εικόνα 7" descr="Εικόνα που περιέχει στιγμιότυπο οθόνης, άτομο, ρουχισμός, μοβ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B40B8925-69CA-FD52-0615-8E39C61AC7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177" r="6169" b="2"/>
          <a:stretch>
            <a:fillRect/>
          </a:stretch>
        </p:blipFill>
        <p:spPr>
          <a:xfrm>
            <a:off x="3523487" y="-55943"/>
            <a:ext cx="8745161" cy="6918630"/>
          </a:xfrm>
          <a:prstGeom prst="rect">
            <a:avLst/>
          </a:prstGeom>
        </p:spPr>
      </p:pic>
      <p:sp>
        <p:nvSpPr>
          <p:cNvPr id="31" name="Rectangle 25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AC353CEC-9A2F-7895-A195-D3872A6A2D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766" y="165866"/>
            <a:ext cx="5038550" cy="2345007"/>
          </a:xfrm>
        </p:spPr>
        <p:txBody>
          <a:bodyPr anchor="b">
            <a:noAutofit/>
          </a:bodyPr>
          <a:lstStyle/>
          <a:p>
            <a:pPr algn="l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ΠΑΝΕΠΙΣΤΗΜΙΟ ΠΕΛΟΠΟΝΝΗΣΟΥ</a:t>
            </a:r>
            <a:b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ΣΧΟΛΗ ΟΙΚΟΝΟΜΙΑΣ ΚΑΙ ΤΕΧΝΟΛΟΓΙΑΣ</a:t>
            </a:r>
            <a:b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ΤΜΗΜΑ ΨΗΦΙΑΚΩΝ ΣΥΣΤΗΜΑΤΩΝ</a:t>
            </a:r>
            <a:br>
              <a:rPr lang="el-GR" sz="2000" dirty="0"/>
            </a:br>
            <a:endParaRPr lang="el-GR" sz="2000" dirty="0"/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C60B8201-DCDD-B7F4-D4D8-B480BA5BEA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780581"/>
            <a:ext cx="6784258" cy="4015395"/>
          </a:xfrm>
        </p:spPr>
        <p:txBody>
          <a:bodyPr>
            <a:noAutofit/>
          </a:bodyPr>
          <a:lstStyle/>
          <a:p>
            <a:pPr algn="l"/>
            <a:r>
              <a:rPr lang="el-GR" b="1" dirty="0"/>
              <a:t> </a:t>
            </a:r>
            <a:endParaRPr lang="el-GR" dirty="0"/>
          </a:p>
          <a:p>
            <a:pPr algn="l"/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Επιθέσεις δυσλειτουργιών τροφοδοσίας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σε Ενσωματωμένα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Συστήματα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Κίνδυνοι και τεχνικές προστασίας.</a:t>
            </a:r>
          </a:p>
          <a:p>
            <a:pPr algn="l"/>
            <a:endParaRPr lang="el-GR" b="1" dirty="0"/>
          </a:p>
          <a:p>
            <a:pPr algn="l"/>
            <a:endParaRPr lang="en-US" b="1" dirty="0"/>
          </a:p>
          <a:p>
            <a:pPr algn="l"/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ΕΙΣΗΓΗΤΡΙΑ: ΚΑΡΑΒΙΑ ΜΑΡΙΑ ΣΠΥΡΙΔΟΥΛΑ </a:t>
            </a:r>
          </a:p>
          <a:p>
            <a:pPr algn="l"/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Α.Μ. 2026202100049</a:t>
            </a:r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ΕΠΙΒΛΕΠΩΝ: ΠΑΠΑΔΗΜΗΤΡΙΟΥ ΑΘΑΝΑΣΙΟΣ.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Εικόνα 3" descr="Εικόνα που περιέχει σκίτσο/σχέδιο, ζωγραφιά, σύμβολο, έμβλημα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D1F41B43-8A59-76B9-2030-30B8677D9E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479" y="269708"/>
            <a:ext cx="1097287" cy="106866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15459498"/>
      </p:ext>
    </p:extLst>
  </p:cSld>
  <p:clrMapOvr>
    <a:masterClrMapping/>
  </p:clrMapOvr>
  <p:transition spd="slow">
    <p:push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832FE8F0-E316-C528-D07C-B8E43C700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462"/>
            <a:ext cx="10515600" cy="497809"/>
          </a:xfrm>
        </p:spPr>
        <p:txBody>
          <a:bodyPr>
            <a:noAutofit/>
          </a:bodyPr>
          <a:lstStyle/>
          <a:p>
            <a:pPr algn="ctr"/>
            <a:r>
              <a:rPr lang="el-G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Σκοπός της Εργασίας</a:t>
            </a:r>
          </a:p>
        </p:txBody>
      </p:sp>
      <p:graphicFrame>
        <p:nvGraphicFramePr>
          <p:cNvPr id="4" name="Θέση περιεχομένου 3">
            <a:extLst>
              <a:ext uri="{FF2B5EF4-FFF2-40B4-BE49-F238E27FC236}">
                <a16:creationId xmlns:a16="http://schemas.microsoft.com/office/drawing/2014/main" id="{47DE50D7-BAE4-744D-3589-74D7536C46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7021365"/>
              </p:ext>
            </p:extLst>
          </p:nvPr>
        </p:nvGraphicFramePr>
        <p:xfrm>
          <a:off x="0" y="1573163"/>
          <a:ext cx="12192000" cy="23105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41E05986-4044-4618-10A0-58AAE596D38F}"/>
              </a:ext>
            </a:extLst>
          </p:cNvPr>
          <p:cNvSpPr txBox="1"/>
          <p:nvPr/>
        </p:nvSpPr>
        <p:spPr>
          <a:xfrm>
            <a:off x="127819" y="3429000"/>
            <a:ext cx="2775802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Μηχανισμοί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Μοντέλα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Τεχνικές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Εξοπλισμός</a:t>
            </a:r>
          </a:p>
          <a:p>
            <a:endParaRPr lang="el-G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FF3B2E-C131-CB42-CE06-F3324AA2AFE9}"/>
              </a:ext>
            </a:extLst>
          </p:cNvPr>
          <p:cNvSpPr txBox="1"/>
          <p:nvPr/>
        </p:nvSpPr>
        <p:spPr>
          <a:xfrm>
            <a:off x="8345129" y="3429000"/>
            <a:ext cx="3008671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Μέθοδοι προστασίας μέσω αντιμέτρων λογισμικού.</a:t>
            </a:r>
          </a:p>
          <a:p>
            <a:endParaRPr lang="el-G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11BC94-B9D2-1944-4B36-82D38A6C1684}"/>
              </a:ext>
            </a:extLst>
          </p:cNvPr>
          <p:cNvSpPr txBox="1"/>
          <p:nvPr/>
        </p:nvSpPr>
        <p:spPr>
          <a:xfrm>
            <a:off x="3534697" y="3429000"/>
            <a:ext cx="39722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Εξειδίκευση  στην υλοποίηση και τις επιπτώσεις.</a:t>
            </a:r>
          </a:p>
        </p:txBody>
      </p:sp>
    </p:spTree>
    <p:extLst>
      <p:ext uri="{BB962C8B-B14F-4D97-AF65-F5344CB8AC3E}">
        <p14:creationId xmlns:p14="http://schemas.microsoft.com/office/powerpoint/2010/main" val="37653452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76547CD-DE12-4122-8162-D5413DBD6F0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C76547CD-DE12-4122-8162-D5413DBD6F0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6470C5C-13C2-41C6-8B8A-A686D9BF7D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graphicEl>
                                              <a:dgm id="{96470C5C-13C2-41C6-8B8A-A686D9BF7DB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46A0BAE-417C-4F5D-AA89-FB02CED6AC6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">
                                            <p:graphicEl>
                                              <a:dgm id="{346A0BAE-417C-4F5D-AA89-FB02CED6AC6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 uiExpand="1">
        <p:bldSub>
          <a:bldDgm bld="one"/>
        </p:bldSub>
      </p:bldGraphic>
      <p:bldP spid="5" grpId="0" build="allAtOnce"/>
      <p:bldP spid="7" grpId="0" build="p"/>
      <p:bldP spid="8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DA157C8-5949-AAF6-8EB5-99133E08F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9431" y="-293653"/>
            <a:ext cx="10911348" cy="1325563"/>
          </a:xfrm>
        </p:spPr>
        <p:txBody>
          <a:bodyPr>
            <a:normAutofit/>
          </a:bodyPr>
          <a:lstStyle/>
          <a:p>
            <a:pPr algn="ctr"/>
            <a:r>
              <a:rPr lang="el-G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Βασικές έννοιες των Ενσωματωμένων Συστημάτων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A8DCBCF-5920-EC4F-C0AF-A05A75C0E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551" y="972898"/>
            <a:ext cx="12171108" cy="16518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Ενσωματωμένα Συστήματα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Αποτελούν υπολογιστικές μονάδες οι οποίες είναι ειδικά σχεδιασμένες με σκοπό να εκτελούν ορισμένες λειτουργίες και βρίσκονται σε ευρύτερα συστήματα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l-G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l-GR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l-GR" sz="2000" dirty="0"/>
          </a:p>
          <a:p>
            <a:endParaRPr lang="el-G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7774B6-AA26-8342-67A9-5B26171ECDC2}"/>
              </a:ext>
            </a:extLst>
          </p:cNvPr>
          <p:cNvSpPr txBox="1"/>
          <p:nvPr/>
        </p:nvSpPr>
        <p:spPr>
          <a:xfrm>
            <a:off x="99551" y="2535989"/>
            <a:ext cx="11992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Συνδυάζουν προηγμένο υλικό με πιο εξειδικευμένο λογισμικό.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E698C1-DAF0-67E1-D15A-CA5066F83DA6}"/>
              </a:ext>
            </a:extLst>
          </p:cNvPr>
          <p:cNvSpPr txBox="1"/>
          <p:nvPr/>
        </p:nvSpPr>
        <p:spPr>
          <a:xfrm>
            <a:off x="99551" y="3832257"/>
            <a:ext cx="1266583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Παραδείγματα πεδίων εφαρμογής.</a:t>
            </a:r>
            <a:endParaRPr lang="en-US" sz="2800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l-GR" sz="2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Τεχνητή Νοημοσύνη σε Ενσωματωμένα </a:t>
            </a:r>
            <a:r>
              <a:rPr lang="el-G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ΙοΤ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Συστήματα ( </a:t>
            </a:r>
            <a:r>
              <a:rPr lang="el-G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ΑΙοΤ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Ενσωματωμένα συστήματα στην αυτοκινητοβιομηχανία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Embedded Systems in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Automptive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– Time IoT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και </a:t>
            </a:r>
            <a:r>
              <a:rPr lang="el-G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Κυβερνοφυσικά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Συστήματα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CPS).</a:t>
            </a: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12658305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D0FFF04-B91F-93EA-C376-D252BDE37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0"/>
            <a:ext cx="10515600" cy="793774"/>
          </a:xfrm>
        </p:spPr>
        <p:txBody>
          <a:bodyPr>
            <a:normAutofit/>
          </a:bodyPr>
          <a:lstStyle/>
          <a:p>
            <a:pPr algn="ctr"/>
            <a:r>
              <a:rPr lang="el-G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Ενσωματωμένα Συστήματα και Κρυπτογραφία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014583-086C-9E2D-F57D-DD847CB025FB}"/>
              </a:ext>
            </a:extLst>
          </p:cNvPr>
          <p:cNvSpPr txBox="1"/>
          <p:nvPr/>
        </p:nvSpPr>
        <p:spPr>
          <a:xfrm>
            <a:off x="60221" y="972326"/>
            <a:ext cx="12071555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Ο ρόλος της Κρυπτογραφίας.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Βασικός μηχανισμός άμυνας.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Βασίζεται κυρίως σε λογισμικό το οποίο εφαρμόζει κατάλληλους κρυπτογραφικούς αλγορίθμους και πρωτόκολλα. </a:t>
            </a:r>
            <a:b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l-G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l-GR" sz="1200" dirty="0"/>
          </a:p>
          <a:p>
            <a:endParaRPr lang="el-G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64EE26-520E-A2E3-A045-DBE065E91253}"/>
              </a:ext>
            </a:extLst>
          </p:cNvPr>
          <p:cNvSpPr txBox="1"/>
          <p:nvPr/>
        </p:nvSpPr>
        <p:spPr>
          <a:xfrm>
            <a:off x="60221" y="2878021"/>
            <a:ext cx="12131778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Κρυπτογραφικά πρωτόκολλα.</a:t>
            </a:r>
            <a:endParaRPr lang="en-US" sz="2800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Οι αλγόριθμοι που περιέχουν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l-GR" sz="2400" b="1" i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Encryption Standard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-Μνήμη και επικοινωνία.</a:t>
            </a:r>
            <a:endParaRPr lang="el-GR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Rivest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Shamir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Adleman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και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ECC</a:t>
            </a:r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Elliptic Curve Cryptography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– Αξιοπιστία δεδομένων.</a:t>
            </a:r>
          </a:p>
          <a:p>
            <a:r>
              <a:rPr lang="el-G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l-GR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68CF87-5518-6DCC-15BB-65757D93A46C}"/>
              </a:ext>
            </a:extLst>
          </p:cNvPr>
          <p:cNvSpPr txBox="1"/>
          <p:nvPr/>
        </p:nvSpPr>
        <p:spPr>
          <a:xfrm>
            <a:off x="60221" y="5124790"/>
            <a:ext cx="12468662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Οι κατηγορίες των επιθέσεων που στοχεύουν τα συγκεκριμένα πρωτόκολλα</a:t>
            </a:r>
            <a:r>
              <a:rPr lang="en-US" sz="24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l-GR" sz="2400" b="1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Differential Fault Analysis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DFA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 Error Analysis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Fault and Side-Channel Attacks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6644003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7C04E229-2E31-38FF-CDCD-F3CE01BAF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1541"/>
          </a:xfrm>
        </p:spPr>
        <p:txBody>
          <a:bodyPr>
            <a:noAutofit/>
          </a:bodyPr>
          <a:lstStyle/>
          <a:p>
            <a:pPr algn="ctr"/>
            <a:r>
              <a:rPr lang="el-G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Ταξινόμηση και Κατηγορίες Επιθέσεων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155F3F5-2700-D3E6-262D-67A53CD570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566" y="4522203"/>
            <a:ext cx="4014148" cy="21926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l-G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Κατηγορίες επιτιθέμενου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attacker </a:t>
            </a:r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attacker</a:t>
            </a:r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Hardware fault attacker </a:t>
            </a:r>
            <a:endParaRPr lang="el-GR" dirty="0"/>
          </a:p>
        </p:txBody>
      </p:sp>
      <p:sp>
        <p:nvSpPr>
          <p:cNvPr id="4" name="Ορθογώνιο 3">
            <a:extLst>
              <a:ext uri="{FF2B5EF4-FFF2-40B4-BE49-F238E27FC236}">
                <a16:creationId xmlns:a16="http://schemas.microsoft.com/office/drawing/2014/main" id="{93083A5E-A212-52AA-C032-09D7466EF98A}"/>
              </a:ext>
            </a:extLst>
          </p:cNvPr>
          <p:cNvSpPr/>
          <p:nvPr/>
        </p:nvSpPr>
        <p:spPr>
          <a:xfrm>
            <a:off x="6916323" y="1658235"/>
            <a:ext cx="672480" cy="601541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5" name="Ορθογώνιο 4">
            <a:extLst>
              <a:ext uri="{FF2B5EF4-FFF2-40B4-BE49-F238E27FC236}">
                <a16:creationId xmlns:a16="http://schemas.microsoft.com/office/drawing/2014/main" id="{CE3F7D7A-395F-880F-105A-853439349453}"/>
              </a:ext>
            </a:extLst>
          </p:cNvPr>
          <p:cNvSpPr/>
          <p:nvPr/>
        </p:nvSpPr>
        <p:spPr>
          <a:xfrm>
            <a:off x="11400238" y="1655771"/>
            <a:ext cx="693439" cy="6015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6" name="Ορθογώνιο 5">
            <a:extLst>
              <a:ext uri="{FF2B5EF4-FFF2-40B4-BE49-F238E27FC236}">
                <a16:creationId xmlns:a16="http://schemas.microsoft.com/office/drawing/2014/main" id="{990C578B-9398-1744-A64D-EFAC997B0605}"/>
              </a:ext>
            </a:extLst>
          </p:cNvPr>
          <p:cNvSpPr/>
          <p:nvPr/>
        </p:nvSpPr>
        <p:spPr>
          <a:xfrm>
            <a:off x="3150980" y="1655770"/>
            <a:ext cx="672480" cy="6015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64B9EA-C67B-C607-1ADE-5AB826FEDF17}"/>
              </a:ext>
            </a:extLst>
          </p:cNvPr>
          <p:cNvSpPr txBox="1"/>
          <p:nvPr/>
        </p:nvSpPr>
        <p:spPr>
          <a:xfrm>
            <a:off x="-39920" y="1101773"/>
            <a:ext cx="320531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l-GR" b="1" dirty="0"/>
          </a:p>
          <a:p>
            <a:endParaRPr lang="el-GR" b="1" dirty="0"/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threat model</a:t>
            </a:r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l-G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l-G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Πλήρη γνώση και απόλυτη διαφάνεια της σχεδίασης του συστήματος.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775F8E-C73B-8393-CDC2-203A8C2B59D1}"/>
              </a:ext>
            </a:extLst>
          </p:cNvPr>
          <p:cNvSpPr txBox="1"/>
          <p:nvPr/>
        </p:nvSpPr>
        <p:spPr>
          <a:xfrm>
            <a:off x="3823460" y="1655771"/>
            <a:ext cx="300802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threat model</a:t>
            </a:r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l-G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l-GR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Η γνώση και η πρόσβαση είναι περιορισμένη.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F24690-2E86-B9DD-21AD-3FB26544C09C}"/>
              </a:ext>
            </a:extLst>
          </p:cNvPr>
          <p:cNvSpPr txBox="1"/>
          <p:nvPr/>
        </p:nvSpPr>
        <p:spPr>
          <a:xfrm>
            <a:off x="8012111" y="1655771"/>
            <a:ext cx="313649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box threat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l-G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l-G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Δεν έχει ορατότητα ή πρόσβαση στο εσωτερικό του συστήματος.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68C8D2-005F-E2A8-A6D9-A24C7BAFBEB6}"/>
              </a:ext>
            </a:extLst>
          </p:cNvPr>
          <p:cNvSpPr txBox="1"/>
          <p:nvPr/>
        </p:nvSpPr>
        <p:spPr>
          <a:xfrm>
            <a:off x="7012458" y="4522203"/>
            <a:ext cx="4665673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Σημεία επίθεσης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Φυσικές </a:t>
            </a:r>
            <a:r>
              <a:rPr lang="el-G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διεπαφές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Μνήμη.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Αρχιτεκτονική και επεξεργαστής.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Οπτικό πεδίο πρόσβασης.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Θερμικό πεδίο πρόσβασης.</a:t>
            </a:r>
          </a:p>
          <a:p>
            <a:endParaRPr lang="el-G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502AC3-7243-1A8A-25C1-AFC20725E3B2}"/>
              </a:ext>
            </a:extLst>
          </p:cNvPr>
          <p:cNvSpPr txBox="1"/>
          <p:nvPr/>
        </p:nvSpPr>
        <p:spPr>
          <a:xfrm>
            <a:off x="50456" y="884683"/>
            <a:ext cx="32053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Μοντέλα Απειλών</a:t>
            </a:r>
          </a:p>
        </p:txBody>
      </p:sp>
    </p:spTree>
    <p:extLst>
      <p:ext uri="{BB962C8B-B14F-4D97-AF65-F5344CB8AC3E}">
        <p14:creationId xmlns:p14="http://schemas.microsoft.com/office/powerpoint/2010/main" val="41573278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6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EBF0750-F7E6-48BA-27E7-2223AB71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072"/>
            <a:ext cx="10515600" cy="519778"/>
          </a:xfrm>
        </p:spPr>
        <p:txBody>
          <a:bodyPr>
            <a:noAutofit/>
          </a:bodyPr>
          <a:lstStyle/>
          <a:p>
            <a:pPr algn="ctr"/>
            <a:r>
              <a:rPr lang="el-G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Κατηγορίες επιθέσεων ανά επίπεδο</a:t>
            </a:r>
          </a:p>
        </p:txBody>
      </p:sp>
      <p:graphicFrame>
        <p:nvGraphicFramePr>
          <p:cNvPr id="5" name="Θέση περιεχομένου 4">
            <a:extLst>
              <a:ext uri="{FF2B5EF4-FFF2-40B4-BE49-F238E27FC236}">
                <a16:creationId xmlns:a16="http://schemas.microsoft.com/office/drawing/2014/main" id="{61F33513-9021-25C8-60F0-D0F62F8E1B9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73935038"/>
              </p:ext>
            </p:extLst>
          </p:nvPr>
        </p:nvGraphicFramePr>
        <p:xfrm>
          <a:off x="90946" y="1209366"/>
          <a:ext cx="5787339" cy="2675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0" name="Διάγραμμα 9">
            <a:extLst>
              <a:ext uri="{FF2B5EF4-FFF2-40B4-BE49-F238E27FC236}">
                <a16:creationId xmlns:a16="http://schemas.microsoft.com/office/drawing/2014/main" id="{E22C3F8A-716A-A67B-DD1C-4BA336B8BFA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62565552"/>
              </p:ext>
            </p:extLst>
          </p:nvPr>
        </p:nvGraphicFramePr>
        <p:xfrm>
          <a:off x="6096000" y="1209365"/>
          <a:ext cx="5787340" cy="26758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0CA90EF3-5A91-DFEE-CF5D-2673BB55DB66}"/>
              </a:ext>
            </a:extLst>
          </p:cNvPr>
          <p:cNvSpPr txBox="1"/>
          <p:nvPr/>
        </p:nvSpPr>
        <p:spPr>
          <a:xfrm>
            <a:off x="90947" y="4798142"/>
            <a:ext cx="1029437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Συνδυασμοί επιθέσεων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glitching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skip</a:t>
            </a:r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 fault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σε </a:t>
            </a:r>
            <a:r>
              <a:rPr lang="el-G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καταχωρητή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ροής κώδικα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 fault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σε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που εκτελεί τον έλεγχο ακεραιότητας</a:t>
            </a:r>
          </a:p>
        </p:txBody>
      </p:sp>
    </p:spTree>
    <p:extLst>
      <p:ext uri="{BB962C8B-B14F-4D97-AF65-F5344CB8AC3E}">
        <p14:creationId xmlns:p14="http://schemas.microsoft.com/office/powerpoint/2010/main" val="5235451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  <p:bldGraphic spid="10" grpId="0">
        <p:bldAsOne/>
      </p:bldGraphic>
      <p:bldP spid="12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Isosceles Triangle 3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Isosceles Triangle 3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Εικόνα 2" descr="Εικόνα που περιέχει κείμενο, στιγμιότυπο οθόνης, γραμματοσειρά, αριθμός&#10;&#10;Το περιεχόμενο που δημιουργείται από AI ενδέχεται να είναι εσφαλμένο.">
            <a:extLst>
              <a:ext uri="{FF2B5EF4-FFF2-40B4-BE49-F238E27FC236}">
                <a16:creationId xmlns:a16="http://schemas.microsoft.com/office/drawing/2014/main" id="{F0561AFD-5AAD-AFE4-D4DC-CAA6637862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325" y="110798"/>
            <a:ext cx="9554669" cy="654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62860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29BDD70-E256-6F70-BFF4-0111BAA85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3539"/>
            <a:ext cx="10515600" cy="480449"/>
          </a:xfrm>
        </p:spPr>
        <p:txBody>
          <a:bodyPr>
            <a:noAutofit/>
          </a:bodyPr>
          <a:lstStyle/>
          <a:p>
            <a:pPr algn="ctr"/>
            <a:r>
              <a:rPr lang="el-G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Στάδια σχεδιασμού εισαγωγής σφάλματος.</a:t>
            </a:r>
            <a:br>
              <a:rPr lang="el-GR" sz="4000" dirty="0"/>
            </a:br>
            <a:endParaRPr lang="el-G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D384930-AF8A-8DFF-625C-023A90213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83988"/>
            <a:ext cx="7108723" cy="576261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l-GR" dirty="0"/>
          </a:p>
          <a:p>
            <a:pPr marL="0" indent="0">
              <a:buNone/>
            </a:pPr>
            <a:endParaRPr lang="el-GR" dirty="0"/>
          </a:p>
          <a:p>
            <a:pPr marL="0" indent="0">
              <a:buNone/>
            </a:pPr>
            <a:endParaRPr lang="el-GR" dirty="0"/>
          </a:p>
          <a:p>
            <a:pPr marL="0" indent="0">
              <a:buNone/>
            </a:pPr>
            <a:endParaRPr lang="el-GR" dirty="0"/>
          </a:p>
          <a:p>
            <a:pPr marL="0" indent="0">
              <a:buNone/>
            </a:pPr>
            <a:endParaRPr lang="el-GR" dirty="0"/>
          </a:p>
          <a:p>
            <a:pPr marL="0" indent="0">
              <a:buNone/>
            </a:pPr>
            <a:endParaRPr lang="el-GR" dirty="0"/>
          </a:p>
        </p:txBody>
      </p:sp>
      <p:graphicFrame>
        <p:nvGraphicFramePr>
          <p:cNvPr id="6" name="Διάγραμμα 5">
            <a:extLst>
              <a:ext uri="{FF2B5EF4-FFF2-40B4-BE49-F238E27FC236}">
                <a16:creationId xmlns:a16="http://schemas.microsoft.com/office/drawing/2014/main" id="{FF61D1FA-E956-279A-E876-B7FEFADE5E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6993338"/>
              </p:ext>
            </p:extLst>
          </p:nvPr>
        </p:nvGraphicFramePr>
        <p:xfrm>
          <a:off x="-1" y="973396"/>
          <a:ext cx="2723535" cy="5791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B8F2627-0985-95E2-5769-1D5E034E8A2A}"/>
              </a:ext>
            </a:extLst>
          </p:cNvPr>
          <p:cNvSpPr txBox="1"/>
          <p:nvPr/>
        </p:nvSpPr>
        <p:spPr>
          <a:xfrm>
            <a:off x="2831692" y="883988"/>
            <a:ext cx="9222657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Μελέτη και κατανόηση του συστήματος.</a:t>
            </a:r>
          </a:p>
          <a:p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Από τη θεωρία στην πράξη, εισάγει σφάλμα.</a:t>
            </a:r>
          </a:p>
          <a:p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Εμφάνιση των επιπτώσεων στο σύστημα.</a:t>
            </a:r>
          </a:p>
          <a:p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Επέκταση του σφάλματος και στο υπόλοιπο σύστημα.</a:t>
            </a:r>
          </a:p>
          <a:p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Συλλογή αποτελεσμάτων, σύγκριση με τα αναμενόμενα και εξαγωγή συμπερασμάτων.</a:t>
            </a:r>
          </a:p>
          <a:p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Από τις εξαγόμενες πληροφορίες, παρακάμπτεται προστασία και επιτυγχάνεται η πρόσβαση. </a:t>
            </a:r>
          </a:p>
        </p:txBody>
      </p:sp>
    </p:spTree>
    <p:extLst>
      <p:ext uri="{BB962C8B-B14F-4D97-AF65-F5344CB8AC3E}">
        <p14:creationId xmlns:p14="http://schemas.microsoft.com/office/powerpoint/2010/main" val="1129693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6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Θέση περιεχομένου 3">
            <a:extLst>
              <a:ext uri="{FF2B5EF4-FFF2-40B4-BE49-F238E27FC236}">
                <a16:creationId xmlns:a16="http://schemas.microsoft.com/office/drawing/2014/main" id="{43565B9B-7E6E-7919-1ABE-4A75D587207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/>
          <a:stretch>
            <a:fillRect/>
          </a:stretch>
        </p:blipFill>
        <p:spPr>
          <a:xfrm>
            <a:off x="3965575" y="0"/>
            <a:ext cx="4260850" cy="67849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BB23DD7-A002-92F1-F370-42F87BF903A5}"/>
              </a:ext>
            </a:extLst>
          </p:cNvPr>
          <p:cNvSpPr txBox="1"/>
          <p:nvPr/>
        </p:nvSpPr>
        <p:spPr>
          <a:xfrm>
            <a:off x="114811" y="4061454"/>
            <a:ext cx="3650944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Τυπική επίθεση σφάλματος σε ενσωματωμένο λογισμικό. Στοχεύει στην εκμετάλλευση του λογισμικού, μέσω της εισαγωγής σφάλματος στο υλικό.</a:t>
            </a: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24464847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57C3963F-BCD9-34DC-7DB9-510A2113C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741"/>
            <a:ext cx="10515600" cy="391959"/>
          </a:xfrm>
        </p:spPr>
        <p:txBody>
          <a:bodyPr>
            <a:noAutofit/>
          </a:bodyPr>
          <a:lstStyle/>
          <a:p>
            <a:pPr algn="ctr"/>
            <a:r>
              <a:rPr lang="el-G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Μοντέλα Σφάλματος 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43271F59-4535-07BD-C36B-02900D4553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41349"/>
            <a:ext cx="12192000" cy="6180906"/>
          </a:xfrm>
        </p:spPr>
        <p:txBody>
          <a:bodyPr>
            <a:normAutofit fontScale="92500"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l-G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flip</a:t>
            </a:r>
            <a:r>
              <a:rPr lang="el-G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l-GR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εχνικές υψηλής ακρίβειας.</a:t>
            </a:r>
          </a:p>
          <a:p>
            <a:pPr marL="0" indent="0">
              <a:buNone/>
            </a:pPr>
            <a:endParaRPr lang="en-US" sz="2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l-G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l-G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l-G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r>
              <a:rPr lang="el-G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 fault injection</a:t>
            </a:r>
            <a:r>
              <a:rPr lang="el-GR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EMFI</a:t>
            </a:r>
            <a:r>
              <a:rPr lang="el-GR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l-GR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l-G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</a:t>
            </a:r>
            <a:r>
              <a:rPr lang="el-G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1,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</a:t>
            </a:r>
            <a:r>
              <a:rPr lang="el-G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r>
              <a:rPr lang="el-G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0.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skip</a:t>
            </a:r>
            <a:r>
              <a:rPr lang="el-G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l-GR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Τεχνική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glitching</a:t>
            </a:r>
            <a:r>
              <a:rPr lang="el-GR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για συγχρονισμένη εισαγωγή σφάλματος με την αποκωδικοποίηση της εκτέλεσης της εντολής ελέγχου.</a:t>
            </a:r>
            <a:br>
              <a:rPr lang="el-GR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l-GR" sz="2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replacement</a:t>
            </a:r>
            <a:r>
              <a:rPr lang="el-G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</a:t>
            </a:r>
            <a:r>
              <a:rPr lang="el-GR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 fault injection</a:t>
            </a:r>
            <a:r>
              <a:rPr lang="el-GR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EMFI</a:t>
            </a:r>
            <a:r>
              <a:rPr lang="el-GR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και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glitching</a:t>
            </a:r>
            <a:r>
              <a:rPr lang="el-GR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Stuck</a:t>
            </a:r>
            <a:r>
              <a:rPr lang="el-G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 faults</a:t>
            </a:r>
            <a:r>
              <a:rPr lang="el-G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 fault injection.</a:t>
            </a:r>
            <a:endParaRPr lang="el-GR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Το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 </a:t>
            </a:r>
            <a:r>
              <a:rPr lang="el-G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παραμένει μόνιμα σε μια κατάσταση εξαιτίας βλάβης στο κύκλωμα. </a:t>
            </a:r>
          </a:p>
          <a:p>
            <a:pPr marL="0" indent="0">
              <a:buNone/>
            </a:pPr>
            <a:endParaRPr lang="el-GR" sz="2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fault</a:t>
            </a:r>
            <a:r>
              <a:rPr lang="el-GR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l-GR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λεγχόμενα</a:t>
            </a:r>
            <a:r>
              <a:rPr lang="el-G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ως προς τον χρόνο εισαγωγής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l-GR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όχι ως προς το είδος ή το σημείο.</a:t>
            </a: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81751479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3DC8E635-ABB8-5BE8-A8E5-39ABCD8F0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8146"/>
            <a:ext cx="10515600" cy="315912"/>
          </a:xfrm>
        </p:spPr>
        <p:txBody>
          <a:bodyPr>
            <a:noAutofit/>
          </a:bodyPr>
          <a:lstStyle/>
          <a:p>
            <a:pPr algn="ctr"/>
            <a:r>
              <a:rPr lang="el-G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Πλατφόρμες εισαγωγής σφαλμάτων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DA2EBC-3DBB-3511-41B3-BB6DD241DCE4}"/>
              </a:ext>
            </a:extLst>
          </p:cNvPr>
          <p:cNvSpPr txBox="1"/>
          <p:nvPr/>
        </p:nvSpPr>
        <p:spPr>
          <a:xfrm>
            <a:off x="159775" y="800762"/>
            <a:ext cx="771586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Πλατφόρμες υλικού</a:t>
            </a:r>
          </a:p>
          <a:p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Clock glitching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Overclocking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NewAE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ChipWhisperer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Riscure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Inspector Fault Injection System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glitching /Underfeeding:</a:t>
            </a:r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Riscure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voltage fault injection module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ChipWhisperer Glitch Module</a:t>
            </a:r>
            <a:endParaRPr lang="el-GR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 fault injection:</a:t>
            </a:r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Emission security</a:t>
            </a:r>
            <a:r>
              <a:rPr lang="el-G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LFI system </a:t>
            </a:r>
            <a:r>
              <a:rPr lang="el-G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και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Riscure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laser FI setup</a:t>
            </a:r>
            <a:endParaRPr lang="el-GR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Electromagnetic fault injection:</a:t>
            </a:r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IC</a:t>
            </a:r>
            <a:r>
              <a:rPr lang="el-G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EMC based setups</a:t>
            </a:r>
            <a:endParaRPr lang="el-GR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5E77F5-B059-F789-3928-88F103B652EF}"/>
              </a:ext>
            </a:extLst>
          </p:cNvPr>
          <p:cNvSpPr txBox="1"/>
          <p:nvPr/>
        </p:nvSpPr>
        <p:spPr>
          <a:xfrm>
            <a:off x="8329575" y="800762"/>
            <a:ext cx="38624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Πλατφόρμες Λογισμικού</a:t>
            </a:r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DVFS-based fault injection:</a:t>
            </a:r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Attacks </a:t>
            </a:r>
            <a:r>
              <a:rPr lang="el-G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σε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</a:t>
            </a:r>
            <a:r>
              <a:rPr lang="el-G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SoCs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Disturbance-based fault injection:</a:t>
            </a:r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Rowhammer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frameworks</a:t>
            </a:r>
            <a:endParaRPr lang="el-GR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289196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8DDA986-B6EE-4642-AC60-0490373E6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0B62878-12EF-4E97-A284-47BAFC30DA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79188D-1ED5-4705-B8C7-5D6FB7670A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95514" y="685800"/>
            <a:ext cx="10800972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A71B816E-AD2E-5B9A-588B-F0062F6E3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4712" y="431622"/>
            <a:ext cx="8959893" cy="888360"/>
          </a:xfrm>
        </p:spPr>
        <p:txBody>
          <a:bodyPr anchor="b">
            <a:normAutofit/>
          </a:bodyPr>
          <a:lstStyle/>
          <a:p>
            <a:pPr algn="ctr"/>
            <a:r>
              <a:rPr lang="el-G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Κίνδυνοι από επιθέσεις υλικού 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04BB98B4-9578-168C-CCF8-4B2196147F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916" y="1828802"/>
            <a:ext cx="10714167" cy="4166418"/>
          </a:xfrm>
        </p:spPr>
        <p:txBody>
          <a:bodyPr anchor="t">
            <a:normAutofit fontScale="92500" lnSpcReduction="10000"/>
          </a:bodyPr>
          <a:lstStyle/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Ανιχνεύονται δύσκολα σε δεύτερο χρόνο διότι δεν αφήνουν ίχνη τους στο λογισμικό.</a:t>
            </a:r>
          </a:p>
          <a:p>
            <a:pPr marL="0" indent="0">
              <a:buNone/>
            </a:pP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Παράκαμψη του λογισμικού, όπως πολιτικές ασφαλείας και έλεγχοι ταυτότητας</a:t>
            </a:r>
          </a:p>
          <a:p>
            <a:pPr marL="0" indent="0">
              <a:buNone/>
            </a:pP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Μόνιμη και μη αναστρέψιμη αλλοίωση του υλικού και των δεδομένων.</a:t>
            </a:r>
          </a:p>
          <a:p>
            <a:pPr marL="0" indent="0">
              <a:buNone/>
            </a:pP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Ορισμένες επιθέσεις, όπως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laser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δεν απαιτούν άμεση επαφή, άρα ούτε πρόσβαση στη συσκευή.</a:t>
            </a:r>
          </a:p>
          <a:p>
            <a:pPr marL="0" indent="0">
              <a:buNone/>
            </a:pPr>
            <a:endParaRPr lang="el-GR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72342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5BBC2E78-B2AE-62B0-507F-49FFF28E7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118914"/>
            <a:ext cx="10515600" cy="648975"/>
          </a:xfrm>
        </p:spPr>
        <p:txBody>
          <a:bodyPr>
            <a:normAutofit/>
          </a:bodyPr>
          <a:lstStyle/>
          <a:p>
            <a:pPr algn="ctr"/>
            <a:r>
              <a:rPr lang="el-G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Ειδική εστίαση στις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glitch attacks</a:t>
            </a:r>
            <a:endParaRPr lang="el-GR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2ECBA8DF-F51A-8B69-A0B2-204113BA9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048" y="1056976"/>
            <a:ext cx="12192000" cy="5801024"/>
          </a:xfrm>
        </p:spPr>
        <p:txBody>
          <a:bodyPr>
            <a:normAutofit/>
          </a:bodyPr>
          <a:lstStyle/>
          <a:p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Βασίζονται στην στιγμιαία πτώση τάσης τροφοδοσίας του κυκλώματος.</a:t>
            </a:r>
          </a:p>
          <a:p>
            <a:pPr marL="0" indent="0">
              <a:buNone/>
            </a:pPr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Παράθυρο ευπάθειας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Χρονικό διάστημα μεταβολής τάσης όπου το κύκλωμα γίνεται ευάλωτο σε σφάλματα - ιδανική στιγμή για </a:t>
            </a:r>
            <a:r>
              <a:rPr lang="el-G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glitch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attack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 path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Η μεγαλύτερη και πιο αργή αλυσίδα πυλών μεταξύ </a:t>
            </a:r>
            <a:r>
              <a:rPr lang="el-G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καταχωρητών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Αν η καθυστέρηση (π.χ. λόγω πτώσης τάσης) υπερβεί το περιθώριο ρολογιού, το κύκλωμα δεν αποθηκεύει την σωστή τιμή στην σωστή χρονική στιγμή.</a:t>
            </a:r>
          </a:p>
          <a:p>
            <a:pPr marL="0" indent="0">
              <a:buNone/>
            </a:pPr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Χρονικοί παράμετροι ψηφιακών κυκλωμάτων.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Setup time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Ο ελάχιστος χρόνος που απαιτείται να είναι σταθερή η είσοδος του </a:t>
            </a:r>
            <a:r>
              <a:rPr lang="el-G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καταχωρητή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πριν τον παλμό του ρολογιού.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Hold time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Ο ελάχιστος χρόνος που πρέπει να παραμείνει σταθερή η είσοδος του </a:t>
            </a:r>
            <a:r>
              <a:rPr lang="el-GR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καταχωρητή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μετά τον παλμό του ρολογιού.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l-GR" sz="1500" dirty="0"/>
          </a:p>
        </p:txBody>
      </p:sp>
    </p:spTree>
    <p:extLst>
      <p:ext uri="{BB962C8B-B14F-4D97-AF65-F5344CB8AC3E}">
        <p14:creationId xmlns:p14="http://schemas.microsoft.com/office/powerpoint/2010/main" val="23336487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ACB5EF34-FD1B-FAF6-7192-642883B08B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868" y="381282"/>
            <a:ext cx="10168128" cy="35114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Ειδική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εστί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αση στις Voltage glitch attacks</a:t>
            </a:r>
            <a:br>
              <a:rPr lang="en-US" sz="4000" dirty="0"/>
            </a:br>
            <a:endParaRPr lang="en-US" sz="400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DFB940-D346-4765-7709-152904ED0EEF}"/>
              </a:ext>
            </a:extLst>
          </p:cNvPr>
          <p:cNvSpPr txBox="1"/>
          <p:nvPr/>
        </p:nvSpPr>
        <p:spPr>
          <a:xfrm>
            <a:off x="3175819" y="523348"/>
            <a:ext cx="58403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l-G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Εξοπλισμοί</a:t>
            </a:r>
          </a:p>
        </p:txBody>
      </p:sp>
      <p:graphicFrame>
        <p:nvGraphicFramePr>
          <p:cNvPr id="4" name="Θέση περιεχομένου 3">
            <a:extLst>
              <a:ext uri="{FF2B5EF4-FFF2-40B4-BE49-F238E27FC236}">
                <a16:creationId xmlns:a16="http://schemas.microsoft.com/office/drawing/2014/main" id="{F043240E-71AF-E395-15EC-56BB0F6F86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52818835"/>
              </p:ext>
            </p:extLst>
          </p:nvPr>
        </p:nvGraphicFramePr>
        <p:xfrm>
          <a:off x="133978" y="1160193"/>
          <a:ext cx="12058022" cy="58398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603940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B4FDD7C-16C1-4CB9-A584-0141BAF45F5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">
                                            <p:graphicEl>
                                              <a:dgm id="{BB4FDD7C-16C1-4CB9-A584-0141BAF45F5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C644E592-246F-4641-949B-F169E2316A9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graphicEl>
                                              <a:dgm id="{C644E592-246F-4641-949B-F169E2316A9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7CBFCDF-1898-40E6-9EF3-4C9E2DEF206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27CBFCDF-1898-40E6-9EF3-4C9E2DEF206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72346E5-5987-49AA-81A5-C22BBAAEAB5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4">
                                            <p:graphicEl>
                                              <a:dgm id="{A72346E5-5987-49AA-81A5-C22BBAAEAB5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B494693-4424-4628-81C7-458DE48619D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">
                                            <p:graphicEl>
                                              <a:dgm id="{2B494693-4424-4628-81C7-458DE48619D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58E6A32-1D15-49A0-BC07-B63A186816A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4">
                                            <p:graphicEl>
                                              <a:dgm id="{058E6A32-1D15-49A0-BC07-B63A186816A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B5BE861E-8633-451F-8BD4-9982BB25F5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4">
                                            <p:graphicEl>
                                              <a:dgm id="{B5BE861E-8633-451F-8BD4-9982BB25F5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8894FFE-4328-4D75-9E33-E26A918A55C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4">
                                            <p:graphicEl>
                                              <a:dgm id="{28894FFE-4328-4D75-9E33-E26A918A55C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C85B507-62EC-4992-B3B1-200A76DC2D5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">
                                            <p:graphicEl>
                                              <a:dgm id="{3C85B507-62EC-4992-B3B1-200A76DC2D5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722B394-EE24-4AE1-9E18-133E8CC6E0B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4">
                                            <p:graphicEl>
                                              <a:dgm id="{7722B394-EE24-4AE1-9E18-133E8CC6E0B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9069853-237E-41D7-852E-9565A807770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">
                                            <p:graphicEl>
                                              <a:dgm id="{09069853-237E-41D7-852E-9565A807770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0582B8E-3EF6-4D0D-98D9-2F0D174EC2A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4">
                                            <p:graphicEl>
                                              <a:dgm id="{80582B8E-3EF6-4D0D-98D9-2F0D174EC2A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Sub>
          <a:bldDgm bld="lvlAtOnce"/>
        </p:bldSub>
      </p:bldGraphic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4DACEB62-CFC8-C4D6-E229-ED56C4CE7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822"/>
            <a:ext cx="10515600" cy="534528"/>
          </a:xfrm>
        </p:spPr>
        <p:txBody>
          <a:bodyPr>
            <a:noAutofit/>
          </a:bodyPr>
          <a:lstStyle/>
          <a:p>
            <a:pPr algn="ctr"/>
            <a:r>
              <a:rPr lang="el-G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Ειδική εστίαση στις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glitch</a:t>
            </a:r>
            <a:r>
              <a:rPr lang="el-G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επιθέσεις</a:t>
            </a:r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id="{DC159E2E-EF0D-25B3-72FD-F551BC877B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3223381"/>
              </p:ext>
            </p:extLst>
          </p:nvPr>
        </p:nvGraphicFramePr>
        <p:xfrm>
          <a:off x="196645" y="1081549"/>
          <a:ext cx="11995355" cy="5584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70757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CEE61A85-4C47-45D4-94F7-644BD58D37F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>
                                            <p:graphicEl>
                                              <a:dgm id="{CEE61A85-4C47-45D4-94F7-644BD58D37F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135681F9-E300-40D5-8AC1-4012DE72FEC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9">
                                            <p:graphicEl>
                                              <a:dgm id="{135681F9-E300-40D5-8AC1-4012DE72FEC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DA0F0638-C927-4B7F-AAC3-49A909B7E17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>
                                            <p:graphicEl>
                                              <a:dgm id="{DA0F0638-C927-4B7F-AAC3-49A909B7E17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309955B-B3F8-4089-8849-6DC71A1FA7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9">
                                            <p:graphicEl>
                                              <a:dgm id="{E309955B-B3F8-4089-8849-6DC71A1FA7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42E62C7-A451-47CB-97C4-2F595761F6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9">
                                            <p:graphicEl>
                                              <a:dgm id="{F42E62C7-A451-47CB-97C4-2F595761F64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AE996927-73C2-4D20-8AC9-AA3DCC65CF6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">
                                            <p:graphicEl>
                                              <a:dgm id="{AE996927-73C2-4D20-8AC9-AA3DCC65CF6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DD8924FC-4639-40C9-8C01-898754A159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">
                                            <p:graphicEl>
                                              <a:dgm id="{DD8924FC-4639-40C9-8C01-898754A159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845991A4-07D1-4526-BAA7-1A3C0C7E7B9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9">
                                            <p:graphicEl>
                                              <a:dgm id="{845991A4-07D1-4526-BAA7-1A3C0C7E7B9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65EBE23B-4A86-4AD1-8F79-1D784405E4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">
                                            <p:graphicEl>
                                              <a:dgm id="{65EBE23B-4A86-4AD1-8F79-1D784405E41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DBAB7717-555A-4665-BF9F-ACDB3321E3C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9">
                                            <p:graphicEl>
                                              <a:dgm id="{DBAB7717-555A-4665-BF9F-ACDB3321E3C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F8E2FC71-60F3-483D-AA96-A0DC999F68D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9">
                                            <p:graphicEl>
                                              <a:dgm id="{F8E2FC71-60F3-483D-AA96-A0DC999F68D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graphicEl>
                                              <a:dgm id="{E85FC30D-2DE8-46FF-BF60-95AB20D44E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9">
                                            <p:graphicEl>
                                              <a:dgm id="{E85FC30D-2DE8-46FF-BF60-95AB20D44E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9" grpId="0">
        <p:bldSub>
          <a:bldDgm bld="lvlOne"/>
        </p:bldSub>
      </p:bldGraphic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8D1AA55E-40D5-461B-A5A8-4AE8AAB71B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1D881D3E-E957-9A0C-2704-7D1D5FF42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987" y="149768"/>
            <a:ext cx="10550025" cy="506934"/>
          </a:xfrm>
        </p:spPr>
        <p:txBody>
          <a:bodyPr anchor="b">
            <a:noAutofit/>
          </a:bodyPr>
          <a:lstStyle/>
          <a:p>
            <a:pPr algn="ctr"/>
            <a:r>
              <a:rPr lang="el-G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Ειδική εστίαση στις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glitch</a:t>
            </a:r>
            <a:r>
              <a:rPr lang="el-G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επιθέσεις</a:t>
            </a:r>
            <a:endParaRPr lang="el-GR" sz="4000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7EB498BD-8089-4626-91EA-4978EBEF5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878" y="806470"/>
            <a:ext cx="7903723" cy="0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FBA3786C-77B6-136A-17EE-5ECFE69807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33" y="1520734"/>
            <a:ext cx="12071933" cy="482982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l-GR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Μοντέλα σφαλμάτων σε ενσωματωμένους επεξεργαστές.</a:t>
            </a:r>
          </a:p>
          <a:p>
            <a:pPr marL="0" indent="0">
              <a:buNone/>
            </a:pPr>
            <a:endParaRPr lang="el-GR" sz="2400" dirty="0">
              <a:solidFill>
                <a:schemeClr val="tx1">
                  <a:alpha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Bit-flip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l-GR" sz="24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Αλλαγή ενός ή περισσότερων 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  <a:r>
              <a:rPr lang="el-GR" sz="24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χωρίς άλλες λειτουργικές επιπτώσεις.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tx1">
                  <a:alpha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Timing Errors</a:t>
            </a:r>
            <a:r>
              <a:rPr lang="el-GR" sz="24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Χρονικά πρόωρη ή καθυστερημένη καταγραφή των δεδομένων.</a:t>
            </a:r>
          </a:p>
          <a:p>
            <a:pPr marL="0" indent="0">
              <a:buNone/>
            </a:pPr>
            <a:endParaRPr lang="en-US" sz="2400" dirty="0">
              <a:solidFill>
                <a:schemeClr val="tx1">
                  <a:alpha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Corruption</a:t>
            </a:r>
            <a:r>
              <a:rPr lang="el-GR" sz="24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24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Ευρύτερες αλλοιώσεις δεδομένων/καταχωρημένων τιμών, δεν επηρεάζει μόνο ένα 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bit.</a:t>
            </a:r>
            <a:endParaRPr lang="el-GR" sz="2400" dirty="0">
              <a:solidFill>
                <a:schemeClr val="tx1">
                  <a:alpha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solidFill>
                <a:schemeClr val="tx1">
                  <a:alpha val="8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Incorrect Execution </a:t>
            </a:r>
            <a:r>
              <a:rPr lang="en-US" sz="24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l-GR" sz="2400" dirty="0">
                <a:solidFill>
                  <a:schemeClr val="tx1">
                    <a:alpha val="8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Εκτέλεση με αλλοιωμένο/λανθασμένο τρόπο.</a:t>
            </a:r>
          </a:p>
          <a:p>
            <a:endParaRPr lang="el-GR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8350D8D-73D6-4132-89B5-DD52F3962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88224" y="2325422"/>
            <a:ext cx="465458" cy="872153"/>
            <a:chOff x="11388224" y="2325422"/>
            <a:chExt cx="465458" cy="872153"/>
          </a:xfrm>
        </p:grpSpPr>
        <p:sp>
          <p:nvSpPr>
            <p:cNvPr id="55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3764" y="2325422"/>
              <a:ext cx="139039" cy="139039"/>
            </a:xfrm>
            <a:custGeom>
              <a:avLst/>
              <a:gdLst>
                <a:gd name="connsiteX0" fmla="*/ 129602 w 139039"/>
                <a:gd name="connsiteY0" fmla="*/ 60082 h 139039"/>
                <a:gd name="connsiteX1" fmla="*/ 78957 w 139039"/>
                <a:gd name="connsiteY1" fmla="*/ 60082 h 139039"/>
                <a:gd name="connsiteX2" fmla="*/ 78957 w 139039"/>
                <a:gd name="connsiteY2" fmla="*/ 9437 h 139039"/>
                <a:gd name="connsiteX3" fmla="*/ 69520 w 139039"/>
                <a:gd name="connsiteY3" fmla="*/ 0 h 139039"/>
                <a:gd name="connsiteX4" fmla="*/ 60082 w 139039"/>
                <a:gd name="connsiteY4" fmla="*/ 9437 h 139039"/>
                <a:gd name="connsiteX5" fmla="*/ 60082 w 139039"/>
                <a:gd name="connsiteY5" fmla="*/ 60082 h 139039"/>
                <a:gd name="connsiteX6" fmla="*/ 9437 w 139039"/>
                <a:gd name="connsiteY6" fmla="*/ 60082 h 139039"/>
                <a:gd name="connsiteX7" fmla="*/ 0 w 139039"/>
                <a:gd name="connsiteY7" fmla="*/ 69520 h 139039"/>
                <a:gd name="connsiteX8" fmla="*/ 9437 w 139039"/>
                <a:gd name="connsiteY8" fmla="*/ 78957 h 139039"/>
                <a:gd name="connsiteX9" fmla="*/ 60082 w 139039"/>
                <a:gd name="connsiteY9" fmla="*/ 78957 h 139039"/>
                <a:gd name="connsiteX10" fmla="*/ 60082 w 139039"/>
                <a:gd name="connsiteY10" fmla="*/ 129602 h 139039"/>
                <a:gd name="connsiteX11" fmla="*/ 69520 w 139039"/>
                <a:gd name="connsiteY11" fmla="*/ 139039 h 139039"/>
                <a:gd name="connsiteX12" fmla="*/ 78957 w 139039"/>
                <a:gd name="connsiteY12" fmla="*/ 129602 h 139039"/>
                <a:gd name="connsiteX13" fmla="*/ 78957 w 139039"/>
                <a:gd name="connsiteY13" fmla="*/ 78957 h 139039"/>
                <a:gd name="connsiteX14" fmla="*/ 129602 w 139039"/>
                <a:gd name="connsiteY14" fmla="*/ 78957 h 139039"/>
                <a:gd name="connsiteX15" fmla="*/ 139039 w 139039"/>
                <a:gd name="connsiteY15" fmla="*/ 69520 h 139039"/>
                <a:gd name="connsiteX16" fmla="*/ 129602 w 139039"/>
                <a:gd name="connsiteY16" fmla="*/ 60082 h 1390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9039" h="139039">
                  <a:moveTo>
                    <a:pt x="129602" y="60082"/>
                  </a:moveTo>
                  <a:lnTo>
                    <a:pt x="78957" y="60082"/>
                  </a:lnTo>
                  <a:lnTo>
                    <a:pt x="78957" y="9437"/>
                  </a:lnTo>
                  <a:cubicBezTo>
                    <a:pt x="78957" y="4225"/>
                    <a:pt x="74731" y="0"/>
                    <a:pt x="69520" y="0"/>
                  </a:cubicBezTo>
                  <a:cubicBezTo>
                    <a:pt x="64308" y="0"/>
                    <a:pt x="60082" y="4225"/>
                    <a:pt x="60082" y="9437"/>
                  </a:cubicBezTo>
                  <a:lnTo>
                    <a:pt x="60082" y="60082"/>
                  </a:lnTo>
                  <a:lnTo>
                    <a:pt x="9437" y="60082"/>
                  </a:lnTo>
                  <a:cubicBezTo>
                    <a:pt x="4225" y="60082"/>
                    <a:pt x="0" y="64308"/>
                    <a:pt x="0" y="69520"/>
                  </a:cubicBezTo>
                  <a:cubicBezTo>
                    <a:pt x="0" y="74731"/>
                    <a:pt x="4225" y="78957"/>
                    <a:pt x="9437" y="78957"/>
                  </a:cubicBezTo>
                  <a:lnTo>
                    <a:pt x="60082" y="78957"/>
                  </a:lnTo>
                  <a:lnTo>
                    <a:pt x="60082" y="129602"/>
                  </a:lnTo>
                  <a:cubicBezTo>
                    <a:pt x="60082" y="134814"/>
                    <a:pt x="64308" y="139039"/>
                    <a:pt x="69520" y="139039"/>
                  </a:cubicBezTo>
                  <a:cubicBezTo>
                    <a:pt x="74731" y="139039"/>
                    <a:pt x="78957" y="134814"/>
                    <a:pt x="78957" y="129602"/>
                  </a:cubicBezTo>
                  <a:lnTo>
                    <a:pt x="78957" y="78957"/>
                  </a:lnTo>
                  <a:lnTo>
                    <a:pt x="129602" y="78957"/>
                  </a:lnTo>
                  <a:cubicBezTo>
                    <a:pt x="134814" y="78957"/>
                    <a:pt x="139039" y="74731"/>
                    <a:pt x="139039" y="69520"/>
                  </a:cubicBezTo>
                  <a:cubicBezTo>
                    <a:pt x="139039" y="64308"/>
                    <a:pt x="134814" y="60082"/>
                    <a:pt x="129602" y="60082"/>
                  </a:cubicBezTo>
                  <a:close/>
                </a:path>
              </a:pathLst>
            </a:custGeom>
            <a:solidFill>
              <a:schemeClr val="accent2"/>
            </a:solidFill>
            <a:ln w="60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762544" y="2554717"/>
              <a:ext cx="91138" cy="91138"/>
            </a:xfrm>
            <a:custGeom>
              <a:avLst/>
              <a:gdLst>
                <a:gd name="connsiteX0" fmla="*/ 91138 w 91138"/>
                <a:gd name="connsiteY0" fmla="*/ 45569 h 91138"/>
                <a:gd name="connsiteX1" fmla="*/ 45569 w 91138"/>
                <a:gd name="connsiteY1" fmla="*/ 91138 h 91138"/>
                <a:gd name="connsiteX2" fmla="*/ 0 w 91138"/>
                <a:gd name="connsiteY2" fmla="*/ 45569 h 91138"/>
                <a:gd name="connsiteX3" fmla="*/ 45569 w 91138"/>
                <a:gd name="connsiteY3" fmla="*/ 0 h 91138"/>
                <a:gd name="connsiteX4" fmla="*/ 91138 w 91138"/>
                <a:gd name="connsiteY4" fmla="*/ 45569 h 91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138" h="91138">
                  <a:moveTo>
                    <a:pt x="91138" y="45569"/>
                  </a:moveTo>
                  <a:cubicBezTo>
                    <a:pt x="91138" y="70736"/>
                    <a:pt x="70736" y="91138"/>
                    <a:pt x="45569" y="91138"/>
                  </a:cubicBezTo>
                  <a:cubicBezTo>
                    <a:pt x="20402" y="91138"/>
                    <a:pt x="0" y="70736"/>
                    <a:pt x="0" y="45569"/>
                  </a:cubicBezTo>
                  <a:cubicBezTo>
                    <a:pt x="0" y="20402"/>
                    <a:pt x="20402" y="0"/>
                    <a:pt x="45569" y="0"/>
                  </a:cubicBezTo>
                  <a:cubicBezTo>
                    <a:pt x="70736" y="0"/>
                    <a:pt x="91138" y="20402"/>
                    <a:pt x="91138" y="45569"/>
                  </a:cubicBezTo>
                  <a:close/>
                </a:path>
              </a:pathLst>
            </a:custGeom>
            <a:solidFill>
              <a:schemeClr val="accent2"/>
            </a:solidFill>
            <a:ln w="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88224" y="3069861"/>
              <a:ext cx="127714" cy="127714"/>
            </a:xfrm>
            <a:custGeom>
              <a:avLst/>
              <a:gdLst>
                <a:gd name="connsiteX0" fmla="*/ 63857 w 127714"/>
                <a:gd name="connsiteY0" fmla="*/ 18874 h 127714"/>
                <a:gd name="connsiteX1" fmla="*/ 108840 w 127714"/>
                <a:gd name="connsiteY1" fmla="*/ 63857 h 127714"/>
                <a:gd name="connsiteX2" fmla="*/ 63857 w 127714"/>
                <a:gd name="connsiteY2" fmla="*/ 108840 h 127714"/>
                <a:gd name="connsiteX3" fmla="*/ 18874 w 127714"/>
                <a:gd name="connsiteY3" fmla="*/ 63857 h 127714"/>
                <a:gd name="connsiteX4" fmla="*/ 63857 w 127714"/>
                <a:gd name="connsiteY4" fmla="*/ 18874 h 127714"/>
                <a:gd name="connsiteX5" fmla="*/ 63857 w 127714"/>
                <a:gd name="connsiteY5" fmla="*/ 0 h 127714"/>
                <a:gd name="connsiteX6" fmla="*/ 0 w 127714"/>
                <a:gd name="connsiteY6" fmla="*/ 63857 h 127714"/>
                <a:gd name="connsiteX7" fmla="*/ 63857 w 127714"/>
                <a:gd name="connsiteY7" fmla="*/ 127714 h 127714"/>
                <a:gd name="connsiteX8" fmla="*/ 127714 w 127714"/>
                <a:gd name="connsiteY8" fmla="*/ 63857 h 127714"/>
                <a:gd name="connsiteX9" fmla="*/ 63857 w 127714"/>
                <a:gd name="connsiteY9" fmla="*/ 0 h 127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7714" h="127714">
                  <a:moveTo>
                    <a:pt x="63857" y="18874"/>
                  </a:moveTo>
                  <a:cubicBezTo>
                    <a:pt x="88700" y="18874"/>
                    <a:pt x="108840" y="39014"/>
                    <a:pt x="108840" y="63857"/>
                  </a:cubicBezTo>
                  <a:cubicBezTo>
                    <a:pt x="108840" y="88700"/>
                    <a:pt x="88700" y="108840"/>
                    <a:pt x="63857" y="108840"/>
                  </a:cubicBezTo>
                  <a:cubicBezTo>
                    <a:pt x="39014" y="108840"/>
                    <a:pt x="18874" y="88700"/>
                    <a:pt x="18874" y="63857"/>
                  </a:cubicBezTo>
                  <a:cubicBezTo>
                    <a:pt x="18898" y="39024"/>
                    <a:pt x="39024" y="18898"/>
                    <a:pt x="63857" y="18874"/>
                  </a:cubicBezTo>
                  <a:moveTo>
                    <a:pt x="63857" y="0"/>
                  </a:moveTo>
                  <a:cubicBezTo>
                    <a:pt x="28590" y="0"/>
                    <a:pt x="0" y="28590"/>
                    <a:pt x="0" y="63857"/>
                  </a:cubicBezTo>
                  <a:cubicBezTo>
                    <a:pt x="0" y="99124"/>
                    <a:pt x="28590" y="127714"/>
                    <a:pt x="63857" y="127714"/>
                  </a:cubicBezTo>
                  <a:cubicBezTo>
                    <a:pt x="99124" y="127714"/>
                    <a:pt x="127714" y="99124"/>
                    <a:pt x="127714" y="63857"/>
                  </a:cubicBezTo>
                  <a:cubicBezTo>
                    <a:pt x="127714" y="28590"/>
                    <a:pt x="99124" y="0"/>
                    <a:pt x="63857" y="0"/>
                  </a:cubicBezTo>
                  <a:close/>
                </a:path>
              </a:pathLst>
            </a:custGeom>
            <a:solidFill>
              <a:schemeClr val="accent2"/>
            </a:solidFill>
            <a:ln w="61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741848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CDFD3F69-4F58-AE92-6403-DB58DD726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191"/>
            <a:ext cx="10515600" cy="315912"/>
          </a:xfrm>
        </p:spPr>
        <p:txBody>
          <a:bodyPr>
            <a:noAutofit/>
          </a:bodyPr>
          <a:lstStyle/>
          <a:p>
            <a:pPr algn="ctr"/>
            <a:r>
              <a:rPr lang="el-G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Αντίμετρα &amp; Μέθοδοι προστασίας</a:t>
            </a:r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CF35AC4F-9091-9A06-611A-C5779B724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26" y="812807"/>
            <a:ext cx="12241160" cy="20824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Στόχος:</a:t>
            </a:r>
          </a:p>
          <a:p>
            <a:pPr lvl="0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Μείωση και αποτροπή εισαγωγής σφάλματος σε επίπεδο υλικού και λογισμικού.</a:t>
            </a:r>
          </a:p>
          <a:p>
            <a:pPr lvl="0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Ανίχνευση σφάλματος μέσω της μη ομαλής λειτουργίας του συστήματος.</a:t>
            </a:r>
          </a:p>
          <a:p>
            <a:pPr lvl="0"/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Ανάκαμψη του συστήματος μετά από επίθεση ή επαναφορά σε σταθερή λειτουργία.</a:t>
            </a:r>
          </a:p>
          <a:p>
            <a:pPr marL="0" indent="0">
              <a:buNone/>
            </a:pPr>
            <a:endParaRPr lang="el-GR" dirty="0"/>
          </a:p>
          <a:p>
            <a:pPr marL="0" indent="0">
              <a:buNone/>
            </a:pPr>
            <a:endParaRPr lang="el-GR" dirty="0"/>
          </a:p>
          <a:p>
            <a:pPr marL="0" indent="0">
              <a:buNone/>
            </a:pPr>
            <a:endParaRPr lang="el-GR" dirty="0"/>
          </a:p>
        </p:txBody>
      </p:sp>
      <p:graphicFrame>
        <p:nvGraphicFramePr>
          <p:cNvPr id="4" name="Διάγραμμα 3">
            <a:extLst>
              <a:ext uri="{FF2B5EF4-FFF2-40B4-BE49-F238E27FC236}">
                <a16:creationId xmlns:a16="http://schemas.microsoft.com/office/drawing/2014/main" id="{71068219-E829-08E1-1FF0-3BA2A27FC3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2239337"/>
              </p:ext>
            </p:extLst>
          </p:nvPr>
        </p:nvGraphicFramePr>
        <p:xfrm>
          <a:off x="481781" y="4709133"/>
          <a:ext cx="10028903" cy="2148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1B14ED3-FBE9-E63A-8DA1-1F48B5803643}"/>
              </a:ext>
            </a:extLst>
          </p:cNvPr>
          <p:cNvSpPr txBox="1"/>
          <p:nvPr/>
        </p:nvSpPr>
        <p:spPr>
          <a:xfrm>
            <a:off x="68826" y="2862474"/>
            <a:ext cx="1212317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Οι τεχνικές αντιμέτρων λογισμικού είναι πιο ευέλικτες στην χρήση τους σε σχέση με εκείνες του υλικού.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Μπορούν να εφαρμοστούς σε δεύτερο χρόνο.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Προσαρμόζονται και αναβαθμίζονται ευκολότερα.</a:t>
            </a: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40018601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3940BA7-C60F-40BC-9315-1D7DA1D885C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4">
                                            <p:graphicEl>
                                              <a:dgm id="{03940BA7-C60F-40BC-9315-1D7DA1D885C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25BE619-C239-47D5-A5C1-55BDB866FA9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4">
                                            <p:graphicEl>
                                              <a:dgm id="{725BE619-C239-47D5-A5C1-55BDB866FA9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37A66A73-B551-4627-B0E6-9385577FC9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">
                                            <p:graphicEl>
                                              <a:dgm id="{37A66A73-B551-4627-B0E6-9385577FC9E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23E42AC-D9D5-43D2-9EC8-C172108A173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">
                                            <p:graphicEl>
                                              <a:dgm id="{123E42AC-D9D5-43D2-9EC8-C172108A173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0D0E075-2B28-4B42-93CF-9DB56226A16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4">
                                            <p:graphicEl>
                                              <a:dgm id="{D0D0E075-2B28-4B42-93CF-9DB56226A16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105AF3D-F97D-4030-A0CF-FC6B1E72B46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4">
                                            <p:graphicEl>
                                              <a:dgm id="{E105AF3D-F97D-4030-A0CF-FC6B1E72B46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Graphic spid="4" grpId="0">
        <p:bldSub>
          <a:bldDgm bld="lvlAtOnce"/>
        </p:bldSub>
      </p:bldGraphic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" name="Rectangle 84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D7299208-B4BD-CD85-AF87-66A7CFD03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8945" y="201736"/>
            <a:ext cx="9236700" cy="610680"/>
          </a:xfrm>
        </p:spPr>
        <p:txBody>
          <a:bodyPr anchor="b">
            <a:noAutofit/>
          </a:bodyPr>
          <a:lstStyle/>
          <a:p>
            <a:pPr algn="ctr"/>
            <a:r>
              <a:rPr lang="el-G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Συμπεράσματα</a:t>
            </a:r>
          </a:p>
        </p:txBody>
      </p:sp>
      <p:grpSp>
        <p:nvGrpSpPr>
          <p:cNvPr id="105" name="Group 86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Rectangle 88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7" name="Rectangle 9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37D4F9BC-4E25-B2CD-5227-3AAFA7B81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652" y="2185472"/>
            <a:ext cx="11395325" cy="4147845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Η παρούσα πτυχιακή εργασία εστίασε στα ενσωματωμένα συστήματα και ειδικότερα ανέλυσε τις επιθέσεις δυσλειτουργιών τροφοδοσίας.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Η κρυπτογραφία είναι θεμελιώδης για την προστασίας των ενσωματωμένων συστημάτων.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Τα ενσωματωμένα συστήματα μπορούν να δεχτούν απειλές και στο λογισμικό και στο υλικό.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Η επιλογή μεθόδου εισαγωγής σφάλματος εξαρτάται από τεχνικά χαρακτηριστικά και περιορισμούς.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Αποτελεσματική άμυνα απαιτεί συνδυασμό τεχνικών λογισμικού και υλικού.</a:t>
            </a:r>
          </a:p>
        </p:txBody>
      </p:sp>
    </p:spTree>
    <p:extLst>
      <p:ext uri="{BB962C8B-B14F-4D97-AF65-F5344CB8AC3E}">
        <p14:creationId xmlns:p14="http://schemas.microsoft.com/office/powerpoint/2010/main" val="20475974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207DEBE9-1F91-A514-D6B5-5366C1A877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406" y="-27006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l-G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Προτάσεις για μελλοντικές επεκτάσεις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Θέση περιεχομένου 2">
            <a:extLst>
              <a:ext uri="{FF2B5EF4-FFF2-40B4-BE49-F238E27FC236}">
                <a16:creationId xmlns:a16="http://schemas.microsoft.com/office/drawing/2014/main" id="{B849D3A2-3E8C-388A-115E-8FBAFE018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5406" y="1325563"/>
            <a:ext cx="11022168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ü"/>
            </a:pPr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Η Βελτίωση Μοντέλων Σφάλματος και Προσομοίωσης.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l-G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Πολυεπίπεδα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μοντέλα σφαλμάτων που συνδέουν τη φυσική συμπεριφορά των κυκλωμάτων με τις συνέπειες σε λογισμικό.</a:t>
            </a:r>
          </a:p>
          <a:p>
            <a:pPr marL="457200" lvl="1" indent="0">
              <a:buNone/>
            </a:pPr>
            <a:endParaRPr lang="el-G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Αξιολόγηση Ανοιχτών Αρχιτεκτονικών (RISC-V).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Συγκριτική αξιολόγηση πυρήνων RISC-V (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Instruction Set Computer</a:t>
            </a:r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υπό διαφορετικούς τύπους εισόδων σφαλμάτων.</a:t>
            </a:r>
          </a:p>
          <a:p>
            <a:pPr marL="457200" lvl="1" indent="0">
              <a:buNone/>
            </a:pPr>
            <a:r>
              <a:rPr lang="el-GR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l-GR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l-GR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Εξερεύνηση νέων τεχνικών έγχυσης σφαλμάτων.</a:t>
            </a:r>
            <a:endParaRPr lang="el-G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l-GR" sz="1700" dirty="0"/>
          </a:p>
        </p:txBody>
      </p:sp>
    </p:spTree>
    <p:extLst>
      <p:ext uri="{BB962C8B-B14F-4D97-AF65-F5344CB8AC3E}">
        <p14:creationId xmlns:p14="http://schemas.microsoft.com/office/powerpoint/2010/main" val="9062661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Θέμα του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467886"/>
      </a:hlink>
      <a:folHlink>
        <a:srgbClr val="96607D"/>
      </a:folHlink>
    </a:clrScheme>
    <a:fontScheme name="Θέμα του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Θέμα του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97E0A228-C590-4D20-B05F-A6BF04A05448}"/>
    </a:ext>
  </a:extLst>
</a:theme>
</file>

<file path=ppt/theme/theme2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5316</TotalTime>
  <Words>1285</Words>
  <Application>Microsoft Office PowerPoint</Application>
  <PresentationFormat>Ευρεία οθόνη</PresentationFormat>
  <Paragraphs>226</Paragraphs>
  <Slides>19</Slides>
  <Notes>2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7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19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Courier New</vt:lpstr>
      <vt:lpstr>Times New Roman</vt:lpstr>
      <vt:lpstr>Wingdings</vt:lpstr>
      <vt:lpstr>Office Theme</vt:lpstr>
      <vt:lpstr>ΠΑΝΕΠΙΣΤΗΜΙΟ ΠΕΛΟΠΟΝΝΗΣΟΥ ΣΧΟΛΗ ΟΙΚΟΝΟΜΙΑΣ ΚΑΙ ΤΕΧΝΟΛΟΓΙΑΣ ΤΜΗΜΑ ΨΗΦΙΑΚΩΝ ΣΥΣΤΗΜΑΤΩΝ </vt:lpstr>
      <vt:lpstr>Σκοπός της Εργασίας</vt:lpstr>
      <vt:lpstr>Βασικές έννοιες των Ενσωματωμένων Συστημάτων</vt:lpstr>
      <vt:lpstr>Ενσωματωμένα Συστήματα και Κρυπτογραφία</vt:lpstr>
      <vt:lpstr>Ταξινόμηση και Κατηγορίες Επιθέσεων</vt:lpstr>
      <vt:lpstr>Κατηγορίες επιθέσεων ανά επίπεδο</vt:lpstr>
      <vt:lpstr>Παρουσίαση του PowerPoint</vt:lpstr>
      <vt:lpstr>Στάδια σχεδιασμού εισαγωγής σφάλματος. </vt:lpstr>
      <vt:lpstr>Παρουσίαση του PowerPoint</vt:lpstr>
      <vt:lpstr>Μοντέλα Σφάλματος </vt:lpstr>
      <vt:lpstr>Πλατφόρμες εισαγωγής σφαλμάτων</vt:lpstr>
      <vt:lpstr>Κίνδυνοι από επιθέσεις υλικού </vt:lpstr>
      <vt:lpstr>Ειδική εστίαση στις Voltage glitch attacks</vt:lpstr>
      <vt:lpstr>Ειδική εστίαση στις Voltage glitch attacks </vt:lpstr>
      <vt:lpstr>Ειδική εστίαση στις Voltage glitch επιθέσεις</vt:lpstr>
      <vt:lpstr>Ειδική εστίαση στις Voltage glitch επιθέσεις</vt:lpstr>
      <vt:lpstr>Αντίμετρα &amp; Μέθοδοι προστασίας</vt:lpstr>
      <vt:lpstr>Συμπεράσματα</vt:lpstr>
      <vt:lpstr>Προτάσεις για μελλοντικές επεκτάσεις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ΜΑΡΙΑ ΣΠΥΡΙΔΟΥΛΑ ΚΑΡΑΒΙΑ</dc:creator>
  <cp:lastModifiedBy>ΜΑΡΙΑ ΣΠΥΡΙΔΟΥΛΑ ΚΑΡΑΒΙΑ</cp:lastModifiedBy>
  <cp:revision>1</cp:revision>
  <dcterms:created xsi:type="dcterms:W3CDTF">2025-09-01T09:27:59Z</dcterms:created>
  <dcterms:modified xsi:type="dcterms:W3CDTF">2025-10-03T06:18:09Z</dcterms:modified>
</cp:coreProperties>
</file>